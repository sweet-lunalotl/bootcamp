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2"/>
  </p:notesMasterIdLst>
  <p:handoutMasterIdLst>
    <p:handoutMasterId r:id="rId63"/>
  </p:handoutMasterIdLst>
  <p:sldIdLst>
    <p:sldId id="258" r:id="rId5"/>
    <p:sldId id="363" r:id="rId6"/>
    <p:sldId id="359" r:id="rId7"/>
    <p:sldId id="358" r:id="rId8"/>
    <p:sldId id="260" r:id="rId9"/>
    <p:sldId id="2147481832" r:id="rId10"/>
    <p:sldId id="2147481834" r:id="rId11"/>
    <p:sldId id="2147481835" r:id="rId12"/>
    <p:sldId id="2147481836" r:id="rId13"/>
    <p:sldId id="2147481837" r:id="rId14"/>
    <p:sldId id="2147481838" r:id="rId15"/>
    <p:sldId id="374" r:id="rId16"/>
    <p:sldId id="2147481828" r:id="rId17"/>
    <p:sldId id="2147481843" r:id="rId18"/>
    <p:sldId id="2147481842" r:id="rId19"/>
    <p:sldId id="2147481830" r:id="rId20"/>
    <p:sldId id="2147481839" r:id="rId21"/>
    <p:sldId id="2147481833" r:id="rId22"/>
    <p:sldId id="2147481846" r:id="rId23"/>
    <p:sldId id="2147481844" r:id="rId24"/>
    <p:sldId id="2147481848" r:id="rId25"/>
    <p:sldId id="2147481849" r:id="rId26"/>
    <p:sldId id="2147481852" r:id="rId27"/>
    <p:sldId id="2147481850" r:id="rId28"/>
    <p:sldId id="2147481851" r:id="rId29"/>
    <p:sldId id="2147481845" r:id="rId30"/>
    <p:sldId id="2147481856" r:id="rId31"/>
    <p:sldId id="2147481855" r:id="rId32"/>
    <p:sldId id="2147481857" r:id="rId33"/>
    <p:sldId id="2147481858" r:id="rId34"/>
    <p:sldId id="2147481859" r:id="rId35"/>
    <p:sldId id="2147481860" r:id="rId36"/>
    <p:sldId id="2147481861" r:id="rId37"/>
    <p:sldId id="2147481862" r:id="rId38"/>
    <p:sldId id="2147481863" r:id="rId39"/>
    <p:sldId id="2147481864" r:id="rId40"/>
    <p:sldId id="2147481854" r:id="rId41"/>
    <p:sldId id="2147481853" r:id="rId42"/>
    <p:sldId id="2147481867" r:id="rId43"/>
    <p:sldId id="2147481870" r:id="rId44"/>
    <p:sldId id="2147481873" r:id="rId45"/>
    <p:sldId id="2147481871" r:id="rId46"/>
    <p:sldId id="2147481874" r:id="rId47"/>
    <p:sldId id="2147481876" r:id="rId48"/>
    <p:sldId id="2147481877" r:id="rId49"/>
    <p:sldId id="2147481878" r:id="rId50"/>
    <p:sldId id="2147481879" r:id="rId51"/>
    <p:sldId id="2147481881" r:id="rId52"/>
    <p:sldId id="2147481882" r:id="rId53"/>
    <p:sldId id="2147481883" r:id="rId54"/>
    <p:sldId id="2147481884" r:id="rId55"/>
    <p:sldId id="2147481880" r:id="rId56"/>
    <p:sldId id="2147481868" r:id="rId57"/>
    <p:sldId id="2147481865" r:id="rId58"/>
    <p:sldId id="2147481869" r:id="rId59"/>
    <p:sldId id="2147481875" r:id="rId60"/>
    <p:sldId id="275" r:id="rId61"/>
  </p:sldIdLst>
  <p:sldSz cx="12192000" cy="6858000"/>
  <p:notesSz cx="6858000" cy="9144000"/>
  <p:defaultTextStyle>
    <a:defPPr>
      <a:defRPr lang="de-DE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A1830CF-6317-132E-9041-2F4D2A347630}" name="Schmidsberger, Sabine" initials="SS" userId="S::sabine.schmidsberger@swb-gruppe.de::bee5acea-9fcd-4d61-a845-b766cbb983a9" providerId="AD"/>
  <p188:author id="{4A484AF9-8B56-D03E-118B-9F04A64B85AD}" name="Aleksej Wegel" initials="AW" userId="S::AleksejWegel@aleksejwegel.onmicrosoft.com::121bb564-2f08-472b-ac30-2949df21a9c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AA40660-2766-4BD1-A74F-821FA76EB466}" v="212" dt="2026-01-06T02:36:03.742"/>
  </p1510:revLst>
</p1510:revInfo>
</file>

<file path=ppt/tableStyles.xml><?xml version="1.0" encoding="utf-8"?>
<a:tblStyleLst xmlns:a="http://schemas.openxmlformats.org/drawingml/2006/main" def="{93296810-A885-4BE3-A3E7-6D5BEEA58F35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Mittlere Formatvorlage 1 - Akz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E8034E78-7F5D-4C2E-B375-FC64B27BC917}" styleName="Dunkle Formatvorlag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Designformatvorlage 1 - Akz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93296810-A885-4BE3-A3E7-6D5BEEA58F35}" styleName="Mittlere Formatvorlage 2 - Akz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6081" autoAdjust="0"/>
  </p:normalViewPr>
  <p:slideViewPr>
    <p:cSldViewPr snapToGrid="0" showGuides="1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42" d="100"/>
        <a:sy n="42" d="100"/>
      </p:scale>
      <p:origin x="0" y="0"/>
    </p:cViewPr>
  </p:sorterViewPr>
  <p:notesViewPr>
    <p:cSldViewPr snapToGrid="0" showGuides="1">
      <p:cViewPr varScale="1">
        <p:scale>
          <a:sx n="78" d="100"/>
          <a:sy n="78" d="100"/>
        </p:scale>
        <p:origin x="3966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handoutMaster" Target="handoutMasters/handoutMaster1.xml"/><Relationship Id="rId68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61" Type="http://schemas.openxmlformats.org/officeDocument/2006/relationships/slide" Target="slides/slide57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presProps" Target="presProps.xml"/><Relationship Id="rId69" Type="http://schemas.microsoft.com/office/2015/10/relationships/revisionInfo" Target="revisionInfo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notesMaster" Target="notesMasters/notesMaster1.xml"/><Relationship Id="rId70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üntrup, Luna Nox Fea" userId="e756c84f-b282-410e-9d44-26088df5a1d0" providerId="ADAL" clId="{6AA40660-2766-4BD1-A74F-821FA76EB466}"/>
    <pc:docChg chg="undo custSel addSld delSld modSld sldOrd">
      <pc:chgData name="Brüntrup, Luna Nox Fea" userId="e756c84f-b282-410e-9d44-26088df5a1d0" providerId="ADAL" clId="{6AA40660-2766-4BD1-A74F-821FA76EB466}" dt="2026-01-06T02:39:28.568" v="10324" actId="478"/>
      <pc:docMkLst>
        <pc:docMk/>
      </pc:docMkLst>
      <pc:sldChg chg="del">
        <pc:chgData name="Brüntrup, Luna Nox Fea" userId="e756c84f-b282-410e-9d44-26088df5a1d0" providerId="ADAL" clId="{6AA40660-2766-4BD1-A74F-821FA76EB466}" dt="2026-01-05T19:30:54.049" v="2" actId="47"/>
        <pc:sldMkLst>
          <pc:docMk/>
          <pc:sldMk cId="1062298608" sldId="257"/>
        </pc:sldMkLst>
      </pc:sldChg>
      <pc:sldChg chg="modSp mod">
        <pc:chgData name="Brüntrup, Luna Nox Fea" userId="e756c84f-b282-410e-9d44-26088df5a1d0" providerId="ADAL" clId="{6AA40660-2766-4BD1-A74F-821FA76EB466}" dt="2026-01-05T19:32:27.330" v="121" actId="20577"/>
        <pc:sldMkLst>
          <pc:docMk/>
          <pc:sldMk cId="2546981543" sldId="258"/>
        </pc:sldMkLst>
        <pc:spChg chg="mod">
          <ac:chgData name="Brüntrup, Luna Nox Fea" userId="e756c84f-b282-410e-9d44-26088df5a1d0" providerId="ADAL" clId="{6AA40660-2766-4BD1-A74F-821FA76EB466}" dt="2026-01-05T19:31:16.955" v="22" actId="20577"/>
          <ac:spMkLst>
            <pc:docMk/>
            <pc:sldMk cId="2546981543" sldId="258"/>
            <ac:spMk id="2" creationId="{A10681F1-DC14-4168-91E9-188FFCE65424}"/>
          </ac:spMkLst>
        </pc:spChg>
        <pc:spChg chg="mod">
          <ac:chgData name="Brüntrup, Luna Nox Fea" userId="e756c84f-b282-410e-9d44-26088df5a1d0" providerId="ADAL" clId="{6AA40660-2766-4BD1-A74F-821FA76EB466}" dt="2026-01-05T19:31:56.961" v="101" actId="20577"/>
          <ac:spMkLst>
            <pc:docMk/>
            <pc:sldMk cId="2546981543" sldId="258"/>
            <ac:spMk id="4" creationId="{799E6486-6349-4A39-B76E-4D34F0ED9B7A}"/>
          </ac:spMkLst>
        </pc:spChg>
        <pc:spChg chg="mod">
          <ac:chgData name="Brüntrup, Luna Nox Fea" userId="e756c84f-b282-410e-9d44-26088df5a1d0" providerId="ADAL" clId="{6AA40660-2766-4BD1-A74F-821FA76EB466}" dt="2026-01-05T19:32:27.330" v="121" actId="20577"/>
          <ac:spMkLst>
            <pc:docMk/>
            <pc:sldMk cId="2546981543" sldId="258"/>
            <ac:spMk id="10" creationId="{A98630E0-AAB3-14C2-4815-79F32B8414CE}"/>
          </ac:spMkLst>
        </pc:spChg>
      </pc:sldChg>
      <pc:sldChg chg="del">
        <pc:chgData name="Brüntrup, Luna Nox Fea" userId="e756c84f-b282-410e-9d44-26088df5a1d0" providerId="ADAL" clId="{6AA40660-2766-4BD1-A74F-821FA76EB466}" dt="2026-01-05T19:32:47.381" v="122" actId="47"/>
        <pc:sldMkLst>
          <pc:docMk/>
          <pc:sldMk cId="4043903857" sldId="259"/>
        </pc:sldMkLst>
      </pc:sldChg>
      <pc:sldChg chg="addSp delSp modSp add mod ord">
        <pc:chgData name="Brüntrup, Luna Nox Fea" userId="e756c84f-b282-410e-9d44-26088df5a1d0" providerId="ADAL" clId="{6AA40660-2766-4BD1-A74F-821FA76EB466}" dt="2026-01-06T02:36:25.577" v="10260" actId="478"/>
        <pc:sldMkLst>
          <pc:docMk/>
          <pc:sldMk cId="531105595" sldId="260"/>
        </pc:sldMkLst>
        <pc:spChg chg="del">
          <ac:chgData name="Brüntrup, Luna Nox Fea" userId="e756c84f-b282-410e-9d44-26088df5a1d0" providerId="ADAL" clId="{6AA40660-2766-4BD1-A74F-821FA76EB466}" dt="2026-01-05T19:50:12.330" v="452" actId="478"/>
          <ac:spMkLst>
            <pc:docMk/>
            <pc:sldMk cId="531105595" sldId="260"/>
            <ac:spMk id="2" creationId="{A3BAAC1B-5A00-419A-A85C-39942FD53177}"/>
          </ac:spMkLst>
        </pc:spChg>
        <pc:spChg chg="mod">
          <ac:chgData name="Brüntrup, Luna Nox Fea" userId="e756c84f-b282-410e-9d44-26088df5a1d0" providerId="ADAL" clId="{6AA40660-2766-4BD1-A74F-821FA76EB466}" dt="2026-01-05T19:49:39.040" v="451" actId="20577"/>
          <ac:spMkLst>
            <pc:docMk/>
            <pc:sldMk cId="531105595" sldId="260"/>
            <ac:spMk id="3" creationId="{6F843B00-350B-4A55-B5BE-5162E766D9A6}"/>
          </ac:spMkLst>
        </pc:spChg>
        <pc:spChg chg="add del mod">
          <ac:chgData name="Brüntrup, Luna Nox Fea" userId="e756c84f-b282-410e-9d44-26088df5a1d0" providerId="ADAL" clId="{6AA40660-2766-4BD1-A74F-821FA76EB466}" dt="2026-01-05T19:50:34.230" v="456" actId="478"/>
          <ac:spMkLst>
            <pc:docMk/>
            <pc:sldMk cId="531105595" sldId="260"/>
            <ac:spMk id="5" creationId="{B162C871-3ADF-0F74-5822-58536B02A868}"/>
          </ac:spMkLst>
        </pc:spChg>
        <pc:spChg chg="add mod">
          <ac:chgData name="Brüntrup, Luna Nox Fea" userId="e756c84f-b282-410e-9d44-26088df5a1d0" providerId="ADAL" clId="{6AA40660-2766-4BD1-A74F-821FA76EB466}" dt="2026-01-05T22:33:34.304" v="4286" actId="1076"/>
          <ac:spMkLst>
            <pc:docMk/>
            <pc:sldMk cId="531105595" sldId="260"/>
            <ac:spMk id="6" creationId="{7FD061C3-AE58-9AA2-C9F1-165202C623BE}"/>
          </ac:spMkLst>
        </pc:spChg>
        <pc:spChg chg="del mod">
          <ac:chgData name="Brüntrup, Luna Nox Fea" userId="e756c84f-b282-410e-9d44-26088df5a1d0" providerId="ADAL" clId="{6AA40660-2766-4BD1-A74F-821FA76EB466}" dt="2026-01-06T02:36:25.577" v="10260" actId="478"/>
          <ac:spMkLst>
            <pc:docMk/>
            <pc:sldMk cId="531105595" sldId="260"/>
            <ac:spMk id="7" creationId="{F01D48D1-D924-3840-29C6-A159DBD6320D}"/>
          </ac:spMkLst>
        </pc:spChg>
        <pc:spChg chg="mod">
          <ac:chgData name="Brüntrup, Luna Nox Fea" userId="e756c84f-b282-410e-9d44-26088df5a1d0" providerId="ADAL" clId="{6AA40660-2766-4BD1-A74F-821FA76EB466}" dt="2026-01-06T02:35:52.291" v="10254"/>
          <ac:spMkLst>
            <pc:docMk/>
            <pc:sldMk cId="531105595" sldId="260"/>
            <ac:spMk id="8" creationId="{F20C6B22-B74D-0141-8767-44CA17E2D80A}"/>
          </ac:spMkLst>
        </pc:spChg>
        <pc:spChg chg="mod">
          <ac:chgData name="Brüntrup, Luna Nox Fea" userId="e756c84f-b282-410e-9d44-26088df5a1d0" providerId="ADAL" clId="{6AA40660-2766-4BD1-A74F-821FA76EB466}" dt="2026-01-05T20:09:44.395" v="1143" actId="20577"/>
          <ac:spMkLst>
            <pc:docMk/>
            <pc:sldMk cId="531105595" sldId="260"/>
            <ac:spMk id="10" creationId="{B02E36B7-1B82-42CD-A08A-1B16CAB07924}"/>
          </ac:spMkLst>
        </pc:spChg>
      </pc:sldChg>
      <pc:sldChg chg="del">
        <pc:chgData name="Brüntrup, Luna Nox Fea" userId="e756c84f-b282-410e-9d44-26088df5a1d0" providerId="ADAL" clId="{6AA40660-2766-4BD1-A74F-821FA76EB466}" dt="2026-01-05T19:48:24.949" v="396" actId="47"/>
        <pc:sldMkLst>
          <pc:docMk/>
          <pc:sldMk cId="2393540407" sldId="261"/>
        </pc:sldMkLst>
      </pc:sldChg>
      <pc:sldChg chg="del">
        <pc:chgData name="Brüntrup, Luna Nox Fea" userId="e756c84f-b282-410e-9d44-26088df5a1d0" providerId="ADAL" clId="{6AA40660-2766-4BD1-A74F-821FA76EB466}" dt="2026-01-05T19:48:26.182" v="397" actId="47"/>
        <pc:sldMkLst>
          <pc:docMk/>
          <pc:sldMk cId="2841379604" sldId="262"/>
        </pc:sldMkLst>
      </pc:sldChg>
      <pc:sldChg chg="del">
        <pc:chgData name="Brüntrup, Luna Nox Fea" userId="e756c84f-b282-410e-9d44-26088df5a1d0" providerId="ADAL" clId="{6AA40660-2766-4BD1-A74F-821FA76EB466}" dt="2026-01-05T19:48:27.152" v="398" actId="47"/>
        <pc:sldMkLst>
          <pc:docMk/>
          <pc:sldMk cId="142433679" sldId="263"/>
        </pc:sldMkLst>
      </pc:sldChg>
      <pc:sldChg chg="del">
        <pc:chgData name="Brüntrup, Luna Nox Fea" userId="e756c84f-b282-410e-9d44-26088df5a1d0" providerId="ADAL" clId="{6AA40660-2766-4BD1-A74F-821FA76EB466}" dt="2026-01-05T19:48:28.843" v="400" actId="47"/>
        <pc:sldMkLst>
          <pc:docMk/>
          <pc:sldMk cId="2660522965" sldId="264"/>
        </pc:sldMkLst>
      </pc:sldChg>
      <pc:sldChg chg="del">
        <pc:chgData name="Brüntrup, Luna Nox Fea" userId="e756c84f-b282-410e-9d44-26088df5a1d0" providerId="ADAL" clId="{6AA40660-2766-4BD1-A74F-821FA76EB466}" dt="2026-01-05T19:48:30.569" v="402" actId="47"/>
        <pc:sldMkLst>
          <pc:docMk/>
          <pc:sldMk cId="2413719982" sldId="265"/>
        </pc:sldMkLst>
      </pc:sldChg>
      <pc:sldChg chg="del">
        <pc:chgData name="Brüntrup, Luna Nox Fea" userId="e756c84f-b282-410e-9d44-26088df5a1d0" providerId="ADAL" clId="{6AA40660-2766-4BD1-A74F-821FA76EB466}" dt="2026-01-05T19:49:00.877" v="415" actId="47"/>
        <pc:sldMkLst>
          <pc:docMk/>
          <pc:sldMk cId="2437851895" sldId="267"/>
        </pc:sldMkLst>
      </pc:sldChg>
      <pc:sldChg chg="del">
        <pc:chgData name="Brüntrup, Luna Nox Fea" userId="e756c84f-b282-410e-9d44-26088df5a1d0" providerId="ADAL" clId="{6AA40660-2766-4BD1-A74F-821FA76EB466}" dt="2026-01-05T19:48:35.069" v="405" actId="47"/>
        <pc:sldMkLst>
          <pc:docMk/>
          <pc:sldMk cId="3049665673" sldId="268"/>
        </pc:sldMkLst>
      </pc:sldChg>
      <pc:sldChg chg="del">
        <pc:chgData name="Brüntrup, Luna Nox Fea" userId="e756c84f-b282-410e-9d44-26088df5a1d0" providerId="ADAL" clId="{6AA40660-2766-4BD1-A74F-821FA76EB466}" dt="2026-01-05T19:48:35.633" v="406" actId="47"/>
        <pc:sldMkLst>
          <pc:docMk/>
          <pc:sldMk cId="821027306" sldId="269"/>
        </pc:sldMkLst>
      </pc:sldChg>
      <pc:sldChg chg="del">
        <pc:chgData name="Brüntrup, Luna Nox Fea" userId="e756c84f-b282-410e-9d44-26088df5a1d0" providerId="ADAL" clId="{6AA40660-2766-4BD1-A74F-821FA76EB466}" dt="2026-01-05T19:49:08.097" v="418" actId="47"/>
        <pc:sldMkLst>
          <pc:docMk/>
          <pc:sldMk cId="1747352718" sldId="272"/>
        </pc:sldMkLst>
      </pc:sldChg>
      <pc:sldChg chg="del">
        <pc:chgData name="Brüntrup, Luna Nox Fea" userId="e756c84f-b282-410e-9d44-26088df5a1d0" providerId="ADAL" clId="{6AA40660-2766-4BD1-A74F-821FA76EB466}" dt="2026-01-05T19:49:11.223" v="419" actId="47"/>
        <pc:sldMkLst>
          <pc:docMk/>
          <pc:sldMk cId="4110030331" sldId="273"/>
        </pc:sldMkLst>
      </pc:sldChg>
      <pc:sldChg chg="del">
        <pc:chgData name="Brüntrup, Luna Nox Fea" userId="e756c84f-b282-410e-9d44-26088df5a1d0" providerId="ADAL" clId="{6AA40660-2766-4BD1-A74F-821FA76EB466}" dt="2026-01-06T02:30:45.943" v="10133" actId="47"/>
        <pc:sldMkLst>
          <pc:docMk/>
          <pc:sldMk cId="149739290" sldId="274"/>
        </pc:sldMkLst>
      </pc:sldChg>
      <pc:sldChg chg="addSp delSp modSp mod ord">
        <pc:chgData name="Brüntrup, Luna Nox Fea" userId="e756c84f-b282-410e-9d44-26088df5a1d0" providerId="ADAL" clId="{6AA40660-2766-4BD1-A74F-821FA76EB466}" dt="2026-01-06T02:31:39.089" v="10185" actId="20577"/>
        <pc:sldMkLst>
          <pc:docMk/>
          <pc:sldMk cId="3476532268" sldId="275"/>
        </pc:sldMkLst>
        <pc:spChg chg="mod">
          <ac:chgData name="Brüntrup, Luna Nox Fea" userId="e756c84f-b282-410e-9d44-26088df5a1d0" providerId="ADAL" clId="{6AA40660-2766-4BD1-A74F-821FA76EB466}" dt="2026-01-06T02:31:39.089" v="10185" actId="20577"/>
          <ac:spMkLst>
            <pc:docMk/>
            <pc:sldMk cId="3476532268" sldId="275"/>
            <ac:spMk id="2" creationId="{3609DEE9-19A7-466E-9C2B-53E78AA14BD6}"/>
          </ac:spMkLst>
        </pc:spChg>
        <pc:spChg chg="del">
          <ac:chgData name="Brüntrup, Luna Nox Fea" userId="e756c84f-b282-410e-9d44-26088df5a1d0" providerId="ADAL" clId="{6AA40660-2766-4BD1-A74F-821FA76EB466}" dt="2026-01-06T02:31:15.522" v="10146" actId="478"/>
          <ac:spMkLst>
            <pc:docMk/>
            <pc:sldMk cId="3476532268" sldId="275"/>
            <ac:spMk id="3" creationId="{267F3B79-9952-4824-8D01-0D67C352AC13}"/>
          </ac:spMkLst>
        </pc:spChg>
        <pc:spChg chg="add del mod">
          <ac:chgData name="Brüntrup, Luna Nox Fea" userId="e756c84f-b282-410e-9d44-26088df5a1d0" providerId="ADAL" clId="{6AA40660-2766-4BD1-A74F-821FA76EB466}" dt="2026-01-06T02:31:18.707" v="10147" actId="478"/>
          <ac:spMkLst>
            <pc:docMk/>
            <pc:sldMk cId="3476532268" sldId="275"/>
            <ac:spMk id="5" creationId="{AC98E117-2350-4BD1-9B60-FD71FBC75599}"/>
          </ac:spMkLst>
        </pc:spChg>
      </pc:sldChg>
      <pc:sldChg chg="del">
        <pc:chgData name="Brüntrup, Luna Nox Fea" userId="e756c84f-b282-410e-9d44-26088df5a1d0" providerId="ADAL" clId="{6AA40660-2766-4BD1-A74F-821FA76EB466}" dt="2026-01-05T22:13:10.978" v="3601" actId="47"/>
        <pc:sldMkLst>
          <pc:docMk/>
          <pc:sldMk cId="2378146200" sldId="276"/>
        </pc:sldMkLst>
      </pc:sldChg>
      <pc:sldChg chg="del">
        <pc:chgData name="Brüntrup, Luna Nox Fea" userId="e756c84f-b282-410e-9d44-26088df5a1d0" providerId="ADAL" clId="{6AA40660-2766-4BD1-A74F-821FA76EB466}" dt="2026-01-05T19:32:48.276" v="123" actId="47"/>
        <pc:sldMkLst>
          <pc:docMk/>
          <pc:sldMk cId="788040396" sldId="278"/>
        </pc:sldMkLst>
      </pc:sldChg>
      <pc:sldChg chg="del">
        <pc:chgData name="Brüntrup, Luna Nox Fea" userId="e756c84f-b282-410e-9d44-26088df5a1d0" providerId="ADAL" clId="{6AA40660-2766-4BD1-A74F-821FA76EB466}" dt="2026-01-05T19:48:55.705" v="413" actId="47"/>
        <pc:sldMkLst>
          <pc:docMk/>
          <pc:sldMk cId="2771223019" sldId="293"/>
        </pc:sldMkLst>
      </pc:sldChg>
      <pc:sldChg chg="del">
        <pc:chgData name="Brüntrup, Luna Nox Fea" userId="e756c84f-b282-410e-9d44-26088df5a1d0" providerId="ADAL" clId="{6AA40660-2766-4BD1-A74F-821FA76EB466}" dt="2026-01-06T02:30:44.761" v="10129" actId="47"/>
        <pc:sldMkLst>
          <pc:docMk/>
          <pc:sldMk cId="2723554087" sldId="294"/>
        </pc:sldMkLst>
      </pc:sldChg>
      <pc:sldChg chg="del">
        <pc:chgData name="Brüntrup, Luna Nox Fea" userId="e756c84f-b282-410e-9d44-26088df5a1d0" providerId="ADAL" clId="{6AA40660-2766-4BD1-A74F-821FA76EB466}" dt="2026-01-05T19:30:42.412" v="0" actId="47"/>
        <pc:sldMkLst>
          <pc:docMk/>
          <pc:sldMk cId="105730827" sldId="297"/>
        </pc:sldMkLst>
      </pc:sldChg>
      <pc:sldChg chg="del">
        <pc:chgData name="Brüntrup, Luna Nox Fea" userId="e756c84f-b282-410e-9d44-26088df5a1d0" providerId="ADAL" clId="{6AA40660-2766-4BD1-A74F-821FA76EB466}" dt="2026-01-05T19:30:44.947" v="1" actId="47"/>
        <pc:sldMkLst>
          <pc:docMk/>
          <pc:sldMk cId="1976266116" sldId="298"/>
        </pc:sldMkLst>
      </pc:sldChg>
      <pc:sldChg chg="del">
        <pc:chgData name="Brüntrup, Luna Nox Fea" userId="e756c84f-b282-410e-9d44-26088df5a1d0" providerId="ADAL" clId="{6AA40660-2766-4BD1-A74F-821FA76EB466}" dt="2026-01-06T02:30:43.751" v="10126" actId="47"/>
        <pc:sldMkLst>
          <pc:docMk/>
          <pc:sldMk cId="3961571213" sldId="322"/>
        </pc:sldMkLst>
      </pc:sldChg>
      <pc:sldChg chg="del">
        <pc:chgData name="Brüntrup, Luna Nox Fea" userId="e756c84f-b282-410e-9d44-26088df5a1d0" providerId="ADAL" clId="{6AA40660-2766-4BD1-A74F-821FA76EB466}" dt="2026-01-06T02:30:45.445" v="10131" actId="47"/>
        <pc:sldMkLst>
          <pc:docMk/>
          <pc:sldMk cId="736897183" sldId="351"/>
        </pc:sldMkLst>
      </pc:sldChg>
      <pc:sldChg chg="del">
        <pc:chgData name="Brüntrup, Luna Nox Fea" userId="e756c84f-b282-410e-9d44-26088df5a1d0" providerId="ADAL" clId="{6AA40660-2766-4BD1-A74F-821FA76EB466}" dt="2026-01-06T02:30:45.075" v="10130" actId="47"/>
        <pc:sldMkLst>
          <pc:docMk/>
          <pc:sldMk cId="926652538" sldId="352"/>
        </pc:sldMkLst>
      </pc:sldChg>
      <pc:sldChg chg="del">
        <pc:chgData name="Brüntrup, Luna Nox Fea" userId="e756c84f-b282-410e-9d44-26088df5a1d0" providerId="ADAL" clId="{6AA40660-2766-4BD1-A74F-821FA76EB466}" dt="2026-01-05T22:13:08.056" v="3597" actId="47"/>
        <pc:sldMkLst>
          <pc:docMk/>
          <pc:sldMk cId="3567485493" sldId="353"/>
        </pc:sldMkLst>
      </pc:sldChg>
      <pc:sldChg chg="del">
        <pc:chgData name="Brüntrup, Luna Nox Fea" userId="e756c84f-b282-410e-9d44-26088df5a1d0" providerId="ADAL" clId="{6AA40660-2766-4BD1-A74F-821FA76EB466}" dt="2026-01-05T22:13:08.762" v="3598" actId="47"/>
        <pc:sldMkLst>
          <pc:docMk/>
          <pc:sldMk cId="3815581014" sldId="354"/>
        </pc:sldMkLst>
      </pc:sldChg>
      <pc:sldChg chg="del">
        <pc:chgData name="Brüntrup, Luna Nox Fea" userId="e756c84f-b282-410e-9d44-26088df5a1d0" providerId="ADAL" clId="{6AA40660-2766-4BD1-A74F-821FA76EB466}" dt="2026-01-05T22:13:09.370" v="3599" actId="47"/>
        <pc:sldMkLst>
          <pc:docMk/>
          <pc:sldMk cId="2413022369" sldId="355"/>
        </pc:sldMkLst>
      </pc:sldChg>
      <pc:sldChg chg="del">
        <pc:chgData name="Brüntrup, Luna Nox Fea" userId="e756c84f-b282-410e-9d44-26088df5a1d0" providerId="ADAL" clId="{6AA40660-2766-4BD1-A74F-821FA76EB466}" dt="2026-01-05T22:13:10.331" v="3600" actId="47"/>
        <pc:sldMkLst>
          <pc:docMk/>
          <pc:sldMk cId="2970521078" sldId="356"/>
        </pc:sldMkLst>
      </pc:sldChg>
      <pc:sldChg chg="delSp modSp mod">
        <pc:chgData name="Brüntrup, Luna Nox Fea" userId="e756c84f-b282-410e-9d44-26088df5a1d0" providerId="ADAL" clId="{6AA40660-2766-4BD1-A74F-821FA76EB466}" dt="2026-01-06T02:36:19.981" v="10258" actId="478"/>
        <pc:sldMkLst>
          <pc:docMk/>
          <pc:sldMk cId="1971462252" sldId="358"/>
        </pc:sldMkLst>
        <pc:spChg chg="mod">
          <ac:chgData name="Brüntrup, Luna Nox Fea" userId="e756c84f-b282-410e-9d44-26088df5a1d0" providerId="ADAL" clId="{6AA40660-2766-4BD1-A74F-821FA76EB466}" dt="2026-01-05T19:42:20.526" v="340"/>
          <ac:spMkLst>
            <pc:docMk/>
            <pc:sldMk cId="1971462252" sldId="358"/>
            <ac:spMk id="2" creationId="{EE4E2531-E7CB-344E-0DC1-DB733D84178D}"/>
          </ac:spMkLst>
        </pc:spChg>
        <pc:spChg chg="mod">
          <ac:chgData name="Brüntrup, Luna Nox Fea" userId="e756c84f-b282-410e-9d44-26088df5a1d0" providerId="ADAL" clId="{6AA40660-2766-4BD1-A74F-821FA76EB466}" dt="2026-01-05T19:41:38.035" v="336" actId="20577"/>
          <ac:spMkLst>
            <pc:docMk/>
            <pc:sldMk cId="1971462252" sldId="358"/>
            <ac:spMk id="3" creationId="{9D4FCC32-8B4B-8406-DA92-3C29541EC69B}"/>
          </ac:spMkLst>
        </pc:spChg>
        <pc:spChg chg="mod">
          <ac:chgData name="Brüntrup, Luna Nox Fea" userId="e756c84f-b282-410e-9d44-26088df5a1d0" providerId="ADAL" clId="{6AA40660-2766-4BD1-A74F-821FA76EB466}" dt="2026-01-05T19:43:58.709" v="390" actId="115"/>
          <ac:spMkLst>
            <pc:docMk/>
            <pc:sldMk cId="1971462252" sldId="358"/>
            <ac:spMk id="4" creationId="{04B0E111-12CD-12AD-6DF8-F078BA59466A}"/>
          </ac:spMkLst>
        </pc:spChg>
        <pc:spChg chg="del">
          <ac:chgData name="Brüntrup, Luna Nox Fea" userId="e756c84f-b282-410e-9d44-26088df5a1d0" providerId="ADAL" clId="{6AA40660-2766-4BD1-A74F-821FA76EB466}" dt="2026-01-06T02:36:19.981" v="10258" actId="478"/>
          <ac:spMkLst>
            <pc:docMk/>
            <pc:sldMk cId="1971462252" sldId="358"/>
            <ac:spMk id="13" creationId="{E796551A-A0FB-716E-0C84-55989624F5E4}"/>
          </ac:spMkLst>
        </pc:spChg>
        <pc:spChg chg="mod">
          <ac:chgData name="Brüntrup, Luna Nox Fea" userId="e756c84f-b282-410e-9d44-26088df5a1d0" providerId="ADAL" clId="{6AA40660-2766-4BD1-A74F-821FA76EB466}" dt="2026-01-06T02:35:55.381" v="10255"/>
          <ac:spMkLst>
            <pc:docMk/>
            <pc:sldMk cId="1971462252" sldId="358"/>
            <ac:spMk id="14" creationId="{AA65903F-6486-B3CB-ADF5-18E192D7402B}"/>
          </ac:spMkLst>
        </pc:spChg>
      </pc:sldChg>
      <pc:sldChg chg="modSp mod ord">
        <pc:chgData name="Brüntrup, Luna Nox Fea" userId="e756c84f-b282-410e-9d44-26088df5a1d0" providerId="ADAL" clId="{6AA40660-2766-4BD1-A74F-821FA76EB466}" dt="2026-01-06T02:35:59.368" v="10256"/>
        <pc:sldMkLst>
          <pc:docMk/>
          <pc:sldMk cId="2008956748" sldId="359"/>
        </pc:sldMkLst>
        <pc:spChg chg="mod">
          <ac:chgData name="Brüntrup, Luna Nox Fea" userId="e756c84f-b282-410e-9d44-26088df5a1d0" providerId="ADAL" clId="{6AA40660-2766-4BD1-A74F-821FA76EB466}" dt="2026-01-05T19:41:05.835" v="309" actId="20577"/>
          <ac:spMkLst>
            <pc:docMk/>
            <pc:sldMk cId="2008956748" sldId="359"/>
            <ac:spMk id="8" creationId="{D1393989-A3C0-5A79-0291-C433EA35EE40}"/>
          </ac:spMkLst>
        </pc:spChg>
        <pc:spChg chg="mod">
          <ac:chgData name="Brüntrup, Luna Nox Fea" userId="e756c84f-b282-410e-9d44-26088df5a1d0" providerId="ADAL" clId="{6AA40660-2766-4BD1-A74F-821FA76EB466}" dt="2026-01-06T02:35:59.368" v="10256"/>
          <ac:spMkLst>
            <pc:docMk/>
            <pc:sldMk cId="2008956748" sldId="359"/>
            <ac:spMk id="12" creationId="{2FAD350E-4B93-38EC-554D-73AA6720AFD7}"/>
          </ac:spMkLst>
        </pc:spChg>
      </pc:sldChg>
      <pc:sldChg chg="del">
        <pc:chgData name="Brüntrup, Luna Nox Fea" userId="e756c84f-b282-410e-9d44-26088df5a1d0" providerId="ADAL" clId="{6AA40660-2766-4BD1-A74F-821FA76EB466}" dt="2026-01-05T19:33:06.684" v="125" actId="47"/>
        <pc:sldMkLst>
          <pc:docMk/>
          <pc:sldMk cId="930579441" sldId="361"/>
        </pc:sldMkLst>
      </pc:sldChg>
      <pc:sldChg chg="addSp delSp modSp mod ord">
        <pc:chgData name="Brüntrup, Luna Nox Fea" userId="e756c84f-b282-410e-9d44-26088df5a1d0" providerId="ADAL" clId="{6AA40660-2766-4BD1-A74F-821FA76EB466}" dt="2026-01-06T02:36:03.742" v="10257"/>
        <pc:sldMkLst>
          <pc:docMk/>
          <pc:sldMk cId="3888003861" sldId="363"/>
        </pc:sldMkLst>
        <pc:spChg chg="mod">
          <ac:chgData name="Brüntrup, Luna Nox Fea" userId="e756c84f-b282-410e-9d44-26088df5a1d0" providerId="ADAL" clId="{6AA40660-2766-4BD1-A74F-821FA76EB466}" dt="2026-01-05T19:34:53.100" v="147" actId="20577"/>
          <ac:spMkLst>
            <pc:docMk/>
            <pc:sldMk cId="3888003861" sldId="363"/>
            <ac:spMk id="2" creationId="{3FD228C8-F404-34BD-3308-C6C615688FAF}"/>
          </ac:spMkLst>
        </pc:spChg>
        <pc:spChg chg="add del mod">
          <ac:chgData name="Brüntrup, Luna Nox Fea" userId="e756c84f-b282-410e-9d44-26088df5a1d0" providerId="ADAL" clId="{6AA40660-2766-4BD1-A74F-821FA76EB466}" dt="2026-01-05T19:38:42.046" v="277" actId="478"/>
          <ac:spMkLst>
            <pc:docMk/>
            <pc:sldMk cId="3888003861" sldId="363"/>
            <ac:spMk id="4" creationId="{F2AAC016-A84F-C020-34D9-0CFD919C39BA}"/>
          </ac:spMkLst>
        </pc:spChg>
        <pc:spChg chg="mod">
          <ac:chgData name="Brüntrup, Luna Nox Fea" userId="e756c84f-b282-410e-9d44-26088df5a1d0" providerId="ADAL" clId="{6AA40660-2766-4BD1-A74F-821FA76EB466}" dt="2026-01-06T02:29:52.120" v="10121" actId="20577"/>
          <ac:spMkLst>
            <pc:docMk/>
            <pc:sldMk cId="3888003861" sldId="363"/>
            <ac:spMk id="5" creationId="{56AC557D-8F70-1E10-C143-12C84A28BE17}"/>
          </ac:spMkLst>
        </pc:spChg>
        <pc:spChg chg="del mod">
          <ac:chgData name="Brüntrup, Luna Nox Fea" userId="e756c84f-b282-410e-9d44-26088df5a1d0" providerId="ADAL" clId="{6AA40660-2766-4BD1-A74F-821FA76EB466}" dt="2026-01-05T19:38:38.370" v="276" actId="478"/>
          <ac:spMkLst>
            <pc:docMk/>
            <pc:sldMk cId="3888003861" sldId="363"/>
            <ac:spMk id="6" creationId="{008D6F4A-601F-4349-9BBC-C061FF58D383}"/>
          </ac:spMkLst>
        </pc:spChg>
        <pc:spChg chg="mod">
          <ac:chgData name="Brüntrup, Luna Nox Fea" userId="e756c84f-b282-410e-9d44-26088df5a1d0" providerId="ADAL" clId="{6AA40660-2766-4BD1-A74F-821FA76EB466}" dt="2026-01-05T19:39:05.091" v="279" actId="20577"/>
          <ac:spMkLst>
            <pc:docMk/>
            <pc:sldMk cId="3888003861" sldId="363"/>
            <ac:spMk id="13" creationId="{16FA97A2-C683-7D18-7D90-212E6328D932}"/>
          </ac:spMkLst>
        </pc:spChg>
        <pc:spChg chg="mod">
          <ac:chgData name="Brüntrup, Luna Nox Fea" userId="e756c84f-b282-410e-9d44-26088df5a1d0" providerId="ADAL" clId="{6AA40660-2766-4BD1-A74F-821FA76EB466}" dt="2026-01-06T02:36:03.742" v="10257"/>
          <ac:spMkLst>
            <pc:docMk/>
            <pc:sldMk cId="3888003861" sldId="363"/>
            <ac:spMk id="14" creationId="{5CE0F5C1-CF78-4094-256D-94B4500F5503}"/>
          </ac:spMkLst>
        </pc:spChg>
      </pc:sldChg>
      <pc:sldChg chg="del">
        <pc:chgData name="Brüntrup, Luna Nox Fea" userId="e756c84f-b282-410e-9d44-26088df5a1d0" providerId="ADAL" clId="{6AA40660-2766-4BD1-A74F-821FA76EB466}" dt="2026-01-05T19:33:09.679" v="127" actId="47"/>
        <pc:sldMkLst>
          <pc:docMk/>
          <pc:sldMk cId="2769207282" sldId="364"/>
        </pc:sldMkLst>
      </pc:sldChg>
      <pc:sldChg chg="del">
        <pc:chgData name="Brüntrup, Luna Nox Fea" userId="e756c84f-b282-410e-9d44-26088df5a1d0" providerId="ADAL" clId="{6AA40660-2766-4BD1-A74F-821FA76EB466}" dt="2026-01-05T19:33:10.579" v="128" actId="47"/>
        <pc:sldMkLst>
          <pc:docMk/>
          <pc:sldMk cId="118882134" sldId="365"/>
        </pc:sldMkLst>
      </pc:sldChg>
      <pc:sldChg chg="del">
        <pc:chgData name="Brüntrup, Luna Nox Fea" userId="e756c84f-b282-410e-9d44-26088df5a1d0" providerId="ADAL" clId="{6AA40660-2766-4BD1-A74F-821FA76EB466}" dt="2026-01-05T19:33:17.849" v="129" actId="47"/>
        <pc:sldMkLst>
          <pc:docMk/>
          <pc:sldMk cId="1646902883" sldId="366"/>
        </pc:sldMkLst>
      </pc:sldChg>
      <pc:sldChg chg="del">
        <pc:chgData name="Brüntrup, Luna Nox Fea" userId="e756c84f-b282-410e-9d44-26088df5a1d0" providerId="ADAL" clId="{6AA40660-2766-4BD1-A74F-821FA76EB466}" dt="2026-01-06T02:30:52.475" v="10143" actId="47"/>
        <pc:sldMkLst>
          <pc:docMk/>
          <pc:sldMk cId="865774385" sldId="367"/>
        </pc:sldMkLst>
      </pc:sldChg>
      <pc:sldChg chg="del">
        <pc:chgData name="Brüntrup, Luna Nox Fea" userId="e756c84f-b282-410e-9d44-26088df5a1d0" providerId="ADAL" clId="{6AA40660-2766-4BD1-A74F-821FA76EB466}" dt="2026-01-05T19:48:27.992" v="399" actId="47"/>
        <pc:sldMkLst>
          <pc:docMk/>
          <pc:sldMk cId="365844525" sldId="368"/>
        </pc:sldMkLst>
      </pc:sldChg>
      <pc:sldChg chg="del">
        <pc:chgData name="Brüntrup, Luna Nox Fea" userId="e756c84f-b282-410e-9d44-26088df5a1d0" providerId="ADAL" clId="{6AA40660-2766-4BD1-A74F-821FA76EB466}" dt="2026-01-05T19:48:32.801" v="403" actId="47"/>
        <pc:sldMkLst>
          <pc:docMk/>
          <pc:sldMk cId="626035800" sldId="369"/>
        </pc:sldMkLst>
      </pc:sldChg>
      <pc:sldChg chg="del">
        <pc:chgData name="Brüntrup, Luna Nox Fea" userId="e756c84f-b282-410e-9d44-26088df5a1d0" providerId="ADAL" clId="{6AA40660-2766-4BD1-A74F-821FA76EB466}" dt="2026-01-05T19:48:34.057" v="404" actId="47"/>
        <pc:sldMkLst>
          <pc:docMk/>
          <pc:sldMk cId="4059811540" sldId="370"/>
        </pc:sldMkLst>
      </pc:sldChg>
      <pc:sldChg chg="del">
        <pc:chgData name="Brüntrup, Luna Nox Fea" userId="e756c84f-b282-410e-9d44-26088df5a1d0" providerId="ADAL" clId="{6AA40660-2766-4BD1-A74F-821FA76EB466}" dt="2026-01-06T02:30:50.681" v="10142" actId="47"/>
        <pc:sldMkLst>
          <pc:docMk/>
          <pc:sldMk cId="229723627" sldId="371"/>
        </pc:sldMkLst>
      </pc:sldChg>
      <pc:sldChg chg="del">
        <pc:chgData name="Brüntrup, Luna Nox Fea" userId="e756c84f-b282-410e-9d44-26088df5a1d0" providerId="ADAL" clId="{6AA40660-2766-4BD1-A74F-821FA76EB466}" dt="2026-01-06T02:30:48.283" v="10141" actId="47"/>
        <pc:sldMkLst>
          <pc:docMk/>
          <pc:sldMk cId="413014179" sldId="372"/>
        </pc:sldMkLst>
      </pc:sldChg>
      <pc:sldChg chg="del">
        <pc:chgData name="Brüntrup, Luna Nox Fea" userId="e756c84f-b282-410e-9d44-26088df5a1d0" providerId="ADAL" clId="{6AA40660-2766-4BD1-A74F-821FA76EB466}" dt="2026-01-06T02:30:48.090" v="10140" actId="47"/>
        <pc:sldMkLst>
          <pc:docMk/>
          <pc:sldMk cId="840170845" sldId="373"/>
        </pc:sldMkLst>
      </pc:sldChg>
      <pc:sldChg chg="addSp delSp modSp mod ord">
        <pc:chgData name="Brüntrup, Luna Nox Fea" userId="e756c84f-b282-410e-9d44-26088df5a1d0" providerId="ADAL" clId="{6AA40660-2766-4BD1-A74F-821FA76EB466}" dt="2026-01-06T02:36:46.668" v="10265" actId="478"/>
        <pc:sldMkLst>
          <pc:docMk/>
          <pc:sldMk cId="1536928947" sldId="374"/>
        </pc:sldMkLst>
        <pc:spChg chg="mod">
          <ac:chgData name="Brüntrup, Luna Nox Fea" userId="e756c84f-b282-410e-9d44-26088df5a1d0" providerId="ADAL" clId="{6AA40660-2766-4BD1-A74F-821FA76EB466}" dt="2026-01-05T21:07:23.706" v="2255" actId="20577"/>
          <ac:spMkLst>
            <pc:docMk/>
            <pc:sldMk cId="1536928947" sldId="374"/>
            <ac:spMk id="2" creationId="{43DBD9D2-B905-61A4-D1D7-00C8090CFC4D}"/>
          </ac:spMkLst>
        </pc:spChg>
        <pc:spChg chg="add del mod">
          <ac:chgData name="Brüntrup, Luna Nox Fea" userId="e756c84f-b282-410e-9d44-26088df5a1d0" providerId="ADAL" clId="{6AA40660-2766-4BD1-A74F-821FA76EB466}" dt="2026-01-05T21:07:36.254" v="2257" actId="478"/>
          <ac:spMkLst>
            <pc:docMk/>
            <pc:sldMk cId="1536928947" sldId="374"/>
            <ac:spMk id="4" creationId="{39FB94C0-D928-5B74-166F-EFE51F461BFF}"/>
          </ac:spMkLst>
        </pc:spChg>
        <pc:spChg chg="mod">
          <ac:chgData name="Brüntrup, Luna Nox Fea" userId="e756c84f-b282-410e-9d44-26088df5a1d0" providerId="ADAL" clId="{6AA40660-2766-4BD1-A74F-821FA76EB466}" dt="2026-01-05T21:08:13.587" v="2307" actId="122"/>
          <ac:spMkLst>
            <pc:docMk/>
            <pc:sldMk cId="1536928947" sldId="374"/>
            <ac:spMk id="5" creationId="{326E3DC6-CB93-EA17-8894-E7A9AFAAAC97}"/>
          </ac:spMkLst>
        </pc:spChg>
        <pc:spChg chg="del">
          <ac:chgData name="Brüntrup, Luna Nox Fea" userId="e756c84f-b282-410e-9d44-26088df5a1d0" providerId="ADAL" clId="{6AA40660-2766-4BD1-A74F-821FA76EB466}" dt="2026-01-05T21:07:32.897" v="2256" actId="478"/>
          <ac:spMkLst>
            <pc:docMk/>
            <pc:sldMk cId="1536928947" sldId="374"/>
            <ac:spMk id="6" creationId="{7240246E-F681-2859-2994-456CFACBD20B}"/>
          </ac:spMkLst>
        </pc:spChg>
        <pc:spChg chg="del">
          <ac:chgData name="Brüntrup, Luna Nox Fea" userId="e756c84f-b282-410e-9d44-26088df5a1d0" providerId="ADAL" clId="{6AA40660-2766-4BD1-A74F-821FA76EB466}" dt="2026-01-06T02:36:44.830" v="10264" actId="478"/>
          <ac:spMkLst>
            <pc:docMk/>
            <pc:sldMk cId="1536928947" sldId="374"/>
            <ac:spMk id="14" creationId="{163DC136-8F57-21FF-84FC-E66C05A73F2B}"/>
          </ac:spMkLst>
        </pc:spChg>
        <pc:spChg chg="del">
          <ac:chgData name="Brüntrup, Luna Nox Fea" userId="e756c84f-b282-410e-9d44-26088df5a1d0" providerId="ADAL" clId="{6AA40660-2766-4BD1-A74F-821FA76EB466}" dt="2026-01-06T02:36:46.668" v="10265" actId="478"/>
          <ac:spMkLst>
            <pc:docMk/>
            <pc:sldMk cId="1536928947" sldId="374"/>
            <ac:spMk id="15" creationId="{72696220-DB9D-DFCC-1108-0CB8A2F19173}"/>
          </ac:spMkLst>
        </pc:spChg>
        <pc:spChg chg="mod">
          <ac:chgData name="Brüntrup, Luna Nox Fea" userId="e756c84f-b282-410e-9d44-26088df5a1d0" providerId="ADAL" clId="{6AA40660-2766-4BD1-A74F-821FA76EB466}" dt="2026-01-06T02:35:18.600" v="10246" actId="14100"/>
          <ac:spMkLst>
            <pc:docMk/>
            <pc:sldMk cId="1536928947" sldId="374"/>
            <ac:spMk id="16" creationId="{EA2E2E69-F96D-0B25-10F7-38B4BA6EFBF9}"/>
          </ac:spMkLst>
        </pc:spChg>
      </pc:sldChg>
      <pc:sldChg chg="del">
        <pc:chgData name="Brüntrup, Luna Nox Fea" userId="e756c84f-b282-410e-9d44-26088df5a1d0" providerId="ADAL" clId="{6AA40660-2766-4BD1-A74F-821FA76EB466}" dt="2026-01-06T02:30:46.833" v="10136" actId="47"/>
        <pc:sldMkLst>
          <pc:docMk/>
          <pc:sldMk cId="1864717297" sldId="377"/>
        </pc:sldMkLst>
      </pc:sldChg>
      <pc:sldChg chg="del">
        <pc:chgData name="Brüntrup, Luna Nox Fea" userId="e756c84f-b282-410e-9d44-26088df5a1d0" providerId="ADAL" clId="{6AA40660-2766-4BD1-A74F-821FA76EB466}" dt="2026-01-06T02:30:46.467" v="10135" actId="47"/>
        <pc:sldMkLst>
          <pc:docMk/>
          <pc:sldMk cId="2507454239" sldId="378"/>
        </pc:sldMkLst>
      </pc:sldChg>
      <pc:sldChg chg="del">
        <pc:chgData name="Brüntrup, Luna Nox Fea" userId="e756c84f-b282-410e-9d44-26088df5a1d0" providerId="ADAL" clId="{6AA40660-2766-4BD1-A74F-821FA76EB466}" dt="2026-01-06T02:30:46.165" v="10134" actId="47"/>
        <pc:sldMkLst>
          <pc:docMk/>
          <pc:sldMk cId="3211396393" sldId="379"/>
        </pc:sldMkLst>
      </pc:sldChg>
      <pc:sldChg chg="del">
        <pc:chgData name="Brüntrup, Luna Nox Fea" userId="e756c84f-b282-410e-9d44-26088df5a1d0" providerId="ADAL" clId="{6AA40660-2766-4BD1-A74F-821FA76EB466}" dt="2026-01-05T19:48:46.664" v="407" actId="47"/>
        <pc:sldMkLst>
          <pc:docMk/>
          <pc:sldMk cId="3859588606" sldId="380"/>
        </pc:sldMkLst>
      </pc:sldChg>
      <pc:sldChg chg="del">
        <pc:chgData name="Brüntrup, Luna Nox Fea" userId="e756c84f-b282-410e-9d44-26088df5a1d0" providerId="ADAL" clId="{6AA40660-2766-4BD1-A74F-821FA76EB466}" dt="2026-01-05T19:48:48.680" v="409" actId="47"/>
        <pc:sldMkLst>
          <pc:docMk/>
          <pc:sldMk cId="422546987" sldId="381"/>
        </pc:sldMkLst>
      </pc:sldChg>
      <pc:sldChg chg="del">
        <pc:chgData name="Brüntrup, Luna Nox Fea" userId="e756c84f-b282-410e-9d44-26088df5a1d0" providerId="ADAL" clId="{6AA40660-2766-4BD1-A74F-821FA76EB466}" dt="2026-01-05T19:48:47.569" v="408" actId="47"/>
        <pc:sldMkLst>
          <pc:docMk/>
          <pc:sldMk cId="1210255293" sldId="382"/>
        </pc:sldMkLst>
      </pc:sldChg>
      <pc:sldChg chg="del">
        <pc:chgData name="Brüntrup, Luna Nox Fea" userId="e756c84f-b282-410e-9d44-26088df5a1d0" providerId="ADAL" clId="{6AA40660-2766-4BD1-A74F-821FA76EB466}" dt="2026-01-05T19:48:49.291" v="410" actId="47"/>
        <pc:sldMkLst>
          <pc:docMk/>
          <pc:sldMk cId="495872427" sldId="383"/>
        </pc:sldMkLst>
      </pc:sldChg>
      <pc:sldChg chg="del">
        <pc:chgData name="Brüntrup, Luna Nox Fea" userId="e756c84f-b282-410e-9d44-26088df5a1d0" providerId="ADAL" clId="{6AA40660-2766-4BD1-A74F-821FA76EB466}" dt="2026-01-05T19:48:51.350" v="411" actId="47"/>
        <pc:sldMkLst>
          <pc:docMk/>
          <pc:sldMk cId="2123935608" sldId="384"/>
        </pc:sldMkLst>
      </pc:sldChg>
      <pc:sldChg chg="del">
        <pc:chgData name="Brüntrup, Luna Nox Fea" userId="e756c84f-b282-410e-9d44-26088df5a1d0" providerId="ADAL" clId="{6AA40660-2766-4BD1-A74F-821FA76EB466}" dt="2026-01-05T19:48:51.907" v="412" actId="47"/>
        <pc:sldMkLst>
          <pc:docMk/>
          <pc:sldMk cId="874811854" sldId="385"/>
        </pc:sldMkLst>
      </pc:sldChg>
      <pc:sldChg chg="del">
        <pc:chgData name="Brüntrup, Luna Nox Fea" userId="e756c84f-b282-410e-9d44-26088df5a1d0" providerId="ADAL" clId="{6AA40660-2766-4BD1-A74F-821FA76EB466}" dt="2026-01-06T02:30:43.336" v="10125" actId="47"/>
        <pc:sldMkLst>
          <pc:docMk/>
          <pc:sldMk cId="1707614037" sldId="387"/>
        </pc:sldMkLst>
      </pc:sldChg>
      <pc:sldChg chg="del">
        <pc:chgData name="Brüntrup, Luna Nox Fea" userId="e756c84f-b282-410e-9d44-26088df5a1d0" providerId="ADAL" clId="{6AA40660-2766-4BD1-A74F-821FA76EB466}" dt="2026-01-05T19:48:29.668" v="401" actId="47"/>
        <pc:sldMkLst>
          <pc:docMk/>
          <pc:sldMk cId="2666047580" sldId="389"/>
        </pc:sldMkLst>
      </pc:sldChg>
      <pc:sldChg chg="del">
        <pc:chgData name="Brüntrup, Luna Nox Fea" userId="e756c84f-b282-410e-9d44-26088df5a1d0" providerId="ADAL" clId="{6AA40660-2766-4BD1-A74F-821FA76EB466}" dt="2026-01-05T19:49:05.703" v="417" actId="47"/>
        <pc:sldMkLst>
          <pc:docMk/>
          <pc:sldMk cId="2054075431" sldId="390"/>
        </pc:sldMkLst>
      </pc:sldChg>
      <pc:sldChg chg="del">
        <pc:chgData name="Brüntrup, Luna Nox Fea" userId="e756c84f-b282-410e-9d44-26088df5a1d0" providerId="ADAL" clId="{6AA40660-2766-4BD1-A74F-821FA76EB466}" dt="2026-01-06T02:30:45.722" v="10132" actId="47"/>
        <pc:sldMkLst>
          <pc:docMk/>
          <pc:sldMk cId="922415873" sldId="391"/>
        </pc:sldMkLst>
      </pc:sldChg>
      <pc:sldChg chg="del">
        <pc:chgData name="Brüntrup, Luna Nox Fea" userId="e756c84f-b282-410e-9d44-26088df5a1d0" providerId="ADAL" clId="{6AA40660-2766-4BD1-A74F-821FA76EB466}" dt="2026-01-06T02:30:44.427" v="10128" actId="47"/>
        <pc:sldMkLst>
          <pc:docMk/>
          <pc:sldMk cId="1853067291" sldId="392"/>
        </pc:sldMkLst>
      </pc:sldChg>
      <pc:sldChg chg="del">
        <pc:chgData name="Brüntrup, Luna Nox Fea" userId="e756c84f-b282-410e-9d44-26088df5a1d0" providerId="ADAL" clId="{6AA40660-2766-4BD1-A74F-821FA76EB466}" dt="2026-01-06T02:30:44.105" v="10127" actId="47"/>
        <pc:sldMkLst>
          <pc:docMk/>
          <pc:sldMk cId="832851883" sldId="393"/>
        </pc:sldMkLst>
      </pc:sldChg>
      <pc:sldChg chg="del">
        <pc:chgData name="Brüntrup, Luna Nox Fea" userId="e756c84f-b282-410e-9d44-26088df5a1d0" providerId="ADAL" clId="{6AA40660-2766-4BD1-A74F-821FA76EB466}" dt="2026-01-05T19:49:03.550" v="416" actId="47"/>
        <pc:sldMkLst>
          <pc:docMk/>
          <pc:sldMk cId="3548749571" sldId="2147377523"/>
        </pc:sldMkLst>
      </pc:sldChg>
      <pc:sldChg chg="del">
        <pc:chgData name="Brüntrup, Luna Nox Fea" userId="e756c84f-b282-410e-9d44-26088df5a1d0" providerId="ADAL" clId="{6AA40660-2766-4BD1-A74F-821FA76EB466}" dt="2026-01-05T19:48:58.200" v="414" actId="47"/>
        <pc:sldMkLst>
          <pc:docMk/>
          <pc:sldMk cId="3450038899" sldId="2147481808"/>
        </pc:sldMkLst>
      </pc:sldChg>
      <pc:sldChg chg="del">
        <pc:chgData name="Brüntrup, Luna Nox Fea" userId="e756c84f-b282-410e-9d44-26088df5a1d0" providerId="ADAL" clId="{6AA40660-2766-4BD1-A74F-821FA76EB466}" dt="2026-01-05T19:33:05.504" v="124" actId="47"/>
        <pc:sldMkLst>
          <pc:docMk/>
          <pc:sldMk cId="2385196758" sldId="2147481810"/>
        </pc:sldMkLst>
      </pc:sldChg>
      <pc:sldChg chg="del">
        <pc:chgData name="Brüntrup, Luna Nox Fea" userId="e756c84f-b282-410e-9d44-26088df5a1d0" providerId="ADAL" clId="{6AA40660-2766-4BD1-A74F-821FA76EB466}" dt="2026-01-05T19:33:08.060" v="126" actId="47"/>
        <pc:sldMkLst>
          <pc:docMk/>
          <pc:sldMk cId="3050799200" sldId="2147481811"/>
        </pc:sldMkLst>
      </pc:sldChg>
      <pc:sldChg chg="del">
        <pc:chgData name="Brüntrup, Luna Nox Fea" userId="e756c84f-b282-410e-9d44-26088df5a1d0" providerId="ADAL" clId="{6AA40660-2766-4BD1-A74F-821FA76EB466}" dt="2026-01-06T02:30:06.680" v="10123" actId="47"/>
        <pc:sldMkLst>
          <pc:docMk/>
          <pc:sldMk cId="3041809613" sldId="2147481813"/>
        </pc:sldMkLst>
      </pc:sldChg>
      <pc:sldChg chg="del">
        <pc:chgData name="Brüntrup, Luna Nox Fea" userId="e756c84f-b282-410e-9d44-26088df5a1d0" providerId="ADAL" clId="{6AA40660-2766-4BD1-A74F-821FA76EB466}" dt="2026-01-06T02:30:05.584" v="10122" actId="47"/>
        <pc:sldMkLst>
          <pc:docMk/>
          <pc:sldMk cId="3493800728" sldId="2147481826"/>
        </pc:sldMkLst>
      </pc:sldChg>
      <pc:sldChg chg="delSp modSp mod ord">
        <pc:chgData name="Brüntrup, Luna Nox Fea" userId="e756c84f-b282-410e-9d44-26088df5a1d0" providerId="ADAL" clId="{6AA40660-2766-4BD1-A74F-821FA76EB466}" dt="2026-01-06T02:36:52.178" v="10267" actId="478"/>
        <pc:sldMkLst>
          <pc:docMk/>
          <pc:sldMk cId="2624159182" sldId="2147481828"/>
        </pc:sldMkLst>
        <pc:spChg chg="mod">
          <ac:chgData name="Brüntrup, Luna Nox Fea" userId="e756c84f-b282-410e-9d44-26088df5a1d0" providerId="ADAL" clId="{6AA40660-2766-4BD1-A74F-821FA76EB466}" dt="2026-01-05T21:04:23.254" v="2194" actId="20577"/>
          <ac:spMkLst>
            <pc:docMk/>
            <pc:sldMk cId="2624159182" sldId="2147481828"/>
            <ac:spMk id="2" creationId="{5F4CA390-570E-EC92-EB15-8AAFE084BDF1}"/>
          </ac:spMkLst>
        </pc:spChg>
        <pc:spChg chg="mod">
          <ac:chgData name="Brüntrup, Luna Nox Fea" userId="e756c84f-b282-410e-9d44-26088df5a1d0" providerId="ADAL" clId="{6AA40660-2766-4BD1-A74F-821FA76EB466}" dt="2026-01-05T21:09:50.935" v="2344" actId="20577"/>
          <ac:spMkLst>
            <pc:docMk/>
            <pc:sldMk cId="2624159182" sldId="2147481828"/>
            <ac:spMk id="5" creationId="{429CF0F5-351F-6DCA-9B32-F7E358EAEC67}"/>
          </ac:spMkLst>
        </pc:spChg>
        <pc:spChg chg="mod">
          <ac:chgData name="Brüntrup, Luna Nox Fea" userId="e756c84f-b282-410e-9d44-26088df5a1d0" providerId="ADAL" clId="{6AA40660-2766-4BD1-A74F-821FA76EB466}" dt="2026-01-05T21:12:27.449" v="2470" actId="20577"/>
          <ac:spMkLst>
            <pc:docMk/>
            <pc:sldMk cId="2624159182" sldId="2147481828"/>
            <ac:spMk id="6" creationId="{29A79CA8-6C82-FEDE-E628-518EEFF69DCD}"/>
          </ac:spMkLst>
        </pc:spChg>
        <pc:spChg chg="del">
          <ac:chgData name="Brüntrup, Luna Nox Fea" userId="e756c84f-b282-410e-9d44-26088df5a1d0" providerId="ADAL" clId="{6AA40660-2766-4BD1-A74F-821FA76EB466}" dt="2026-01-06T02:36:52.178" v="10267" actId="478"/>
          <ac:spMkLst>
            <pc:docMk/>
            <pc:sldMk cId="2624159182" sldId="2147481828"/>
            <ac:spMk id="14" creationId="{E3474841-D401-2957-AD94-12B6C3B7A679}"/>
          </ac:spMkLst>
        </pc:spChg>
        <pc:spChg chg="del">
          <ac:chgData name="Brüntrup, Luna Nox Fea" userId="e756c84f-b282-410e-9d44-26088df5a1d0" providerId="ADAL" clId="{6AA40660-2766-4BD1-A74F-821FA76EB466}" dt="2026-01-06T02:36:50.079" v="10266" actId="478"/>
          <ac:spMkLst>
            <pc:docMk/>
            <pc:sldMk cId="2624159182" sldId="2147481828"/>
            <ac:spMk id="16" creationId="{61430F84-DFE0-0F3B-C097-5CFA317A8AA4}"/>
          </ac:spMkLst>
        </pc:spChg>
        <pc:spChg chg="mod">
          <ac:chgData name="Brüntrup, Luna Nox Fea" userId="e756c84f-b282-410e-9d44-26088df5a1d0" providerId="ADAL" clId="{6AA40660-2766-4BD1-A74F-821FA76EB466}" dt="2026-01-06T02:35:13.756" v="10244" actId="14100"/>
          <ac:spMkLst>
            <pc:docMk/>
            <pc:sldMk cId="2624159182" sldId="2147481828"/>
            <ac:spMk id="17" creationId="{FAC27B2F-64DD-FC63-40F4-0A00176860D3}"/>
          </ac:spMkLst>
        </pc:spChg>
      </pc:sldChg>
      <pc:sldChg chg="del">
        <pc:chgData name="Brüntrup, Luna Nox Fea" userId="e756c84f-b282-410e-9d44-26088df5a1d0" providerId="ADAL" clId="{6AA40660-2766-4BD1-A74F-821FA76EB466}" dt="2026-01-06T02:30:47.040" v="10137" actId="47"/>
        <pc:sldMkLst>
          <pc:docMk/>
          <pc:sldMk cId="969119250" sldId="2147481829"/>
        </pc:sldMkLst>
      </pc:sldChg>
      <pc:sldChg chg="addSp delSp modSp add mod ord">
        <pc:chgData name="Brüntrup, Luna Nox Fea" userId="e756c84f-b282-410e-9d44-26088df5a1d0" providerId="ADAL" clId="{6AA40660-2766-4BD1-A74F-821FA76EB466}" dt="2026-01-06T02:37:10.165" v="10277" actId="478"/>
        <pc:sldMkLst>
          <pc:docMk/>
          <pc:sldMk cId="2481984091" sldId="2147481830"/>
        </pc:sldMkLst>
        <pc:spChg chg="add mod">
          <ac:chgData name="Brüntrup, Luna Nox Fea" userId="e756c84f-b282-410e-9d44-26088df5a1d0" providerId="ADAL" clId="{6AA40660-2766-4BD1-A74F-821FA76EB466}" dt="2026-01-05T21:53:07.344" v="3255" actId="1076"/>
          <ac:spMkLst>
            <pc:docMk/>
            <pc:sldMk cId="2481984091" sldId="2147481830"/>
            <ac:spMk id="2" creationId="{594B6A50-E2B6-5F56-A8E8-10254A68146B}"/>
          </ac:spMkLst>
        </pc:spChg>
        <pc:spChg chg="mod">
          <ac:chgData name="Brüntrup, Luna Nox Fea" userId="e756c84f-b282-410e-9d44-26088df5a1d0" providerId="ADAL" clId="{6AA40660-2766-4BD1-A74F-821FA76EB466}" dt="2026-01-05T21:19:10.082" v="2691" actId="20577"/>
          <ac:spMkLst>
            <pc:docMk/>
            <pc:sldMk cId="2481984091" sldId="2147481830"/>
            <ac:spMk id="8" creationId="{A21891B4-8420-597A-D75C-D41D03F1F7B2}"/>
          </ac:spMkLst>
        </pc:spChg>
        <pc:spChg chg="del">
          <ac:chgData name="Brüntrup, Luna Nox Fea" userId="e756c84f-b282-410e-9d44-26088df5a1d0" providerId="ADAL" clId="{6AA40660-2766-4BD1-A74F-821FA76EB466}" dt="2026-01-06T02:37:10.165" v="10277" actId="478"/>
          <ac:spMkLst>
            <pc:docMk/>
            <pc:sldMk cId="2481984091" sldId="2147481830"/>
            <ac:spMk id="10" creationId="{ADC87016-960A-8DE2-F964-BCBD59C57E95}"/>
          </ac:spMkLst>
        </pc:spChg>
        <pc:spChg chg="del">
          <ac:chgData name="Brüntrup, Luna Nox Fea" userId="e756c84f-b282-410e-9d44-26088df5a1d0" providerId="ADAL" clId="{6AA40660-2766-4BD1-A74F-821FA76EB466}" dt="2026-01-06T02:37:08.766" v="10276" actId="478"/>
          <ac:spMkLst>
            <pc:docMk/>
            <pc:sldMk cId="2481984091" sldId="2147481830"/>
            <ac:spMk id="11" creationId="{AE83BDB4-8CCD-1698-04EE-513A88561A6E}"/>
          </ac:spMkLst>
        </pc:spChg>
        <pc:spChg chg="mod">
          <ac:chgData name="Brüntrup, Luna Nox Fea" userId="e756c84f-b282-410e-9d44-26088df5a1d0" providerId="ADAL" clId="{6AA40660-2766-4BD1-A74F-821FA76EB466}" dt="2026-01-06T02:34:53.909" v="10238" actId="14100"/>
          <ac:spMkLst>
            <pc:docMk/>
            <pc:sldMk cId="2481984091" sldId="2147481830"/>
            <ac:spMk id="12" creationId="{53B6D75D-870B-42CE-3D42-E3DBB0A6A492}"/>
          </ac:spMkLst>
        </pc:spChg>
      </pc:sldChg>
      <pc:sldChg chg="add del">
        <pc:chgData name="Brüntrup, Luna Nox Fea" userId="e756c84f-b282-410e-9d44-26088df5a1d0" providerId="ADAL" clId="{6AA40660-2766-4BD1-A74F-821FA76EB466}" dt="2026-01-06T02:30:52.843" v="10144" actId="47"/>
        <pc:sldMkLst>
          <pc:docMk/>
          <pc:sldMk cId="4220822896" sldId="2147481831"/>
        </pc:sldMkLst>
      </pc:sldChg>
      <pc:sldChg chg="addSp delSp modSp add mod">
        <pc:chgData name="Brüntrup, Luna Nox Fea" userId="e756c84f-b282-410e-9d44-26088df5a1d0" providerId="ADAL" clId="{6AA40660-2766-4BD1-A74F-821FA76EB466}" dt="2026-01-06T02:36:30.856" v="10261" actId="478"/>
        <pc:sldMkLst>
          <pc:docMk/>
          <pc:sldMk cId="2294793074" sldId="2147481832"/>
        </pc:sldMkLst>
        <pc:spChg chg="del">
          <ac:chgData name="Brüntrup, Luna Nox Fea" userId="e756c84f-b282-410e-9d44-26088df5a1d0" providerId="ADAL" clId="{6AA40660-2766-4BD1-A74F-821FA76EB466}" dt="2026-01-05T20:02:02.397" v="911" actId="478"/>
          <ac:spMkLst>
            <pc:docMk/>
            <pc:sldMk cId="2294793074" sldId="2147481832"/>
            <ac:spMk id="2" creationId="{1CBA0CFA-2343-6C5B-0208-6E046271F26D}"/>
          </ac:spMkLst>
        </pc:spChg>
        <pc:spChg chg="mod">
          <ac:chgData name="Brüntrup, Luna Nox Fea" userId="e756c84f-b282-410e-9d44-26088df5a1d0" providerId="ADAL" clId="{6AA40660-2766-4BD1-A74F-821FA76EB466}" dt="2026-01-05T20:01:16.405" v="909"/>
          <ac:spMkLst>
            <pc:docMk/>
            <pc:sldMk cId="2294793074" sldId="2147481832"/>
            <ac:spMk id="3" creationId="{3DAD74AE-3095-1342-44C0-671F60FB9F7E}"/>
          </ac:spMkLst>
        </pc:spChg>
        <pc:spChg chg="add del mod">
          <ac:chgData name="Brüntrup, Luna Nox Fea" userId="e756c84f-b282-410e-9d44-26088df5a1d0" providerId="ADAL" clId="{6AA40660-2766-4BD1-A74F-821FA76EB466}" dt="2026-01-05T20:02:11.514" v="912" actId="478"/>
          <ac:spMkLst>
            <pc:docMk/>
            <pc:sldMk cId="2294793074" sldId="2147481832"/>
            <ac:spMk id="5" creationId="{CEB6663E-798A-319E-8CFE-4E08F1F0A9C9}"/>
          </ac:spMkLst>
        </pc:spChg>
        <pc:spChg chg="del">
          <ac:chgData name="Brüntrup, Luna Nox Fea" userId="e756c84f-b282-410e-9d44-26088df5a1d0" providerId="ADAL" clId="{6AA40660-2766-4BD1-A74F-821FA76EB466}" dt="2026-01-06T02:36:30.856" v="10261" actId="478"/>
          <ac:spMkLst>
            <pc:docMk/>
            <pc:sldMk cId="2294793074" sldId="2147481832"/>
            <ac:spMk id="7" creationId="{EC5C4AC4-5A90-47E2-8AB4-599C116C3AB7}"/>
          </ac:spMkLst>
        </pc:spChg>
        <pc:spChg chg="mod">
          <ac:chgData name="Brüntrup, Luna Nox Fea" userId="e756c84f-b282-410e-9d44-26088df5a1d0" providerId="ADAL" clId="{6AA40660-2766-4BD1-A74F-821FA76EB466}" dt="2026-01-06T02:35:49.055" v="10253"/>
          <ac:spMkLst>
            <pc:docMk/>
            <pc:sldMk cId="2294793074" sldId="2147481832"/>
            <ac:spMk id="8" creationId="{6D206D52-7892-0F9C-6A44-ADC10200A14E}"/>
          </ac:spMkLst>
        </pc:spChg>
        <pc:spChg chg="mod">
          <ac:chgData name="Brüntrup, Luna Nox Fea" userId="e756c84f-b282-410e-9d44-26088df5a1d0" providerId="ADAL" clId="{6AA40660-2766-4BD1-A74F-821FA76EB466}" dt="2026-01-05T20:15:28.016" v="1337" actId="20577"/>
          <ac:spMkLst>
            <pc:docMk/>
            <pc:sldMk cId="2294793074" sldId="2147481832"/>
            <ac:spMk id="10" creationId="{CED1C816-E3D6-26B9-C969-AD74EEE652ED}"/>
          </ac:spMkLst>
        </pc:spChg>
      </pc:sldChg>
      <pc:sldChg chg="addSp delSp modSp add mod">
        <pc:chgData name="Brüntrup, Luna Nox Fea" userId="e756c84f-b282-410e-9d44-26088df5a1d0" providerId="ADAL" clId="{6AA40660-2766-4BD1-A74F-821FA76EB466}" dt="2026-01-06T02:37:15.915" v="10278" actId="478"/>
        <pc:sldMkLst>
          <pc:docMk/>
          <pc:sldMk cId="4163776567" sldId="2147481833"/>
        </pc:sldMkLst>
        <pc:spChg chg="del">
          <ac:chgData name="Brüntrup, Luna Nox Fea" userId="e756c84f-b282-410e-9d44-26088df5a1d0" providerId="ADAL" clId="{6AA40660-2766-4BD1-A74F-821FA76EB466}" dt="2026-01-05T21:47:12.069" v="2923" actId="478"/>
          <ac:spMkLst>
            <pc:docMk/>
            <pc:sldMk cId="4163776567" sldId="2147481833"/>
            <ac:spMk id="2" creationId="{38D9BA16-DFE7-A223-4A3C-8242C3F8B5DE}"/>
          </ac:spMkLst>
        </pc:spChg>
        <pc:spChg chg="mod">
          <ac:chgData name="Brüntrup, Luna Nox Fea" userId="e756c84f-b282-410e-9d44-26088df5a1d0" providerId="ADAL" clId="{6AA40660-2766-4BD1-A74F-821FA76EB466}" dt="2026-01-05T21:46:43.680" v="2920" actId="20577"/>
          <ac:spMkLst>
            <pc:docMk/>
            <pc:sldMk cId="4163776567" sldId="2147481833"/>
            <ac:spMk id="3" creationId="{0A5CD6DB-5FBA-D32A-8492-5BE875267EF0}"/>
          </ac:spMkLst>
        </pc:spChg>
        <pc:spChg chg="add del mod">
          <ac:chgData name="Brüntrup, Luna Nox Fea" userId="e756c84f-b282-410e-9d44-26088df5a1d0" providerId="ADAL" clId="{6AA40660-2766-4BD1-A74F-821FA76EB466}" dt="2026-01-05T21:47:13.030" v="2924" actId="478"/>
          <ac:spMkLst>
            <pc:docMk/>
            <pc:sldMk cId="4163776567" sldId="2147481833"/>
            <ac:spMk id="5" creationId="{07C4473F-665B-3D6B-59CD-7E903753CB7D}"/>
          </ac:spMkLst>
        </pc:spChg>
        <pc:spChg chg="del">
          <ac:chgData name="Brüntrup, Luna Nox Fea" userId="e756c84f-b282-410e-9d44-26088df5a1d0" providerId="ADAL" clId="{6AA40660-2766-4BD1-A74F-821FA76EB466}" dt="2026-01-06T02:37:15.915" v="10278" actId="478"/>
          <ac:spMkLst>
            <pc:docMk/>
            <pc:sldMk cId="4163776567" sldId="2147481833"/>
            <ac:spMk id="7" creationId="{9562D862-CC46-3E1F-9686-A208143D4230}"/>
          </ac:spMkLst>
        </pc:spChg>
        <pc:spChg chg="mod">
          <ac:chgData name="Brüntrup, Luna Nox Fea" userId="e756c84f-b282-410e-9d44-26088df5a1d0" providerId="ADAL" clId="{6AA40660-2766-4BD1-A74F-821FA76EB466}" dt="2026-01-06T02:34:35.979" v="10235"/>
          <ac:spMkLst>
            <pc:docMk/>
            <pc:sldMk cId="4163776567" sldId="2147481833"/>
            <ac:spMk id="8" creationId="{ADA0533E-D4FC-D35C-0DEC-1FCE77042D3B}"/>
          </ac:spMkLst>
        </pc:spChg>
        <pc:spChg chg="mod">
          <ac:chgData name="Brüntrup, Luna Nox Fea" userId="e756c84f-b282-410e-9d44-26088df5a1d0" providerId="ADAL" clId="{6AA40660-2766-4BD1-A74F-821FA76EB466}" dt="2026-01-05T21:56:22.834" v="3341" actId="20577"/>
          <ac:spMkLst>
            <pc:docMk/>
            <pc:sldMk cId="4163776567" sldId="2147481833"/>
            <ac:spMk id="10" creationId="{FFFE26B5-261F-17B2-AB9F-9A65EEC50141}"/>
          </ac:spMkLst>
        </pc:spChg>
      </pc:sldChg>
      <pc:sldChg chg="addSp delSp modSp add mod">
        <pc:chgData name="Brüntrup, Luna Nox Fea" userId="e756c84f-b282-410e-9d44-26088df5a1d0" providerId="ADAL" clId="{6AA40660-2766-4BD1-A74F-821FA76EB466}" dt="2026-01-06T02:35:46.556" v="10252"/>
        <pc:sldMkLst>
          <pc:docMk/>
          <pc:sldMk cId="3402023525" sldId="2147481834"/>
        </pc:sldMkLst>
        <pc:spChg chg="del">
          <ac:chgData name="Brüntrup, Luna Nox Fea" userId="e756c84f-b282-410e-9d44-26088df5a1d0" providerId="ADAL" clId="{6AA40660-2766-4BD1-A74F-821FA76EB466}" dt="2026-01-05T20:17:17.761" v="1342" actId="478"/>
          <ac:spMkLst>
            <pc:docMk/>
            <pc:sldMk cId="3402023525" sldId="2147481834"/>
            <ac:spMk id="2" creationId="{6725CEFF-BE28-CFC7-A168-80825BA0BEBF}"/>
          </ac:spMkLst>
        </pc:spChg>
        <pc:spChg chg="mod">
          <ac:chgData name="Brüntrup, Luna Nox Fea" userId="e756c84f-b282-410e-9d44-26088df5a1d0" providerId="ADAL" clId="{6AA40660-2766-4BD1-A74F-821FA76EB466}" dt="2026-01-05T20:16:43.348" v="1339"/>
          <ac:spMkLst>
            <pc:docMk/>
            <pc:sldMk cId="3402023525" sldId="2147481834"/>
            <ac:spMk id="3" creationId="{B1B09DD1-C58A-84EC-D119-234DF46E1A10}"/>
          </ac:spMkLst>
        </pc:spChg>
        <pc:spChg chg="add del mod">
          <ac:chgData name="Brüntrup, Luna Nox Fea" userId="e756c84f-b282-410e-9d44-26088df5a1d0" providerId="ADAL" clId="{6AA40660-2766-4BD1-A74F-821FA76EB466}" dt="2026-01-05T20:17:44.507" v="1416" actId="478"/>
          <ac:spMkLst>
            <pc:docMk/>
            <pc:sldMk cId="3402023525" sldId="2147481834"/>
            <ac:spMk id="5" creationId="{8F9CF4C0-9C57-E3F8-4151-CC5F393710FB}"/>
          </ac:spMkLst>
        </pc:spChg>
        <pc:spChg chg="mod">
          <ac:chgData name="Brüntrup, Luna Nox Fea" userId="e756c84f-b282-410e-9d44-26088df5a1d0" providerId="ADAL" clId="{6AA40660-2766-4BD1-A74F-821FA76EB466}" dt="2026-01-06T02:35:46.556" v="10252"/>
          <ac:spMkLst>
            <pc:docMk/>
            <pc:sldMk cId="3402023525" sldId="2147481834"/>
            <ac:spMk id="8" creationId="{6F9911D8-CC8A-FF1D-C9E8-84D211D163FA}"/>
          </ac:spMkLst>
        </pc:spChg>
        <pc:spChg chg="add del mod">
          <ac:chgData name="Brüntrup, Luna Nox Fea" userId="e756c84f-b282-410e-9d44-26088df5a1d0" providerId="ADAL" clId="{6AA40660-2766-4BD1-A74F-821FA76EB466}" dt="2026-01-05T20:17:45.328" v="1417" actId="478"/>
          <ac:spMkLst>
            <pc:docMk/>
            <pc:sldMk cId="3402023525" sldId="2147481834"/>
            <ac:spMk id="9" creationId="{3FC0A333-81F2-8A47-F6BC-D0B732F58C78}"/>
          </ac:spMkLst>
        </pc:spChg>
        <pc:spChg chg="mod">
          <ac:chgData name="Brüntrup, Luna Nox Fea" userId="e756c84f-b282-410e-9d44-26088df5a1d0" providerId="ADAL" clId="{6AA40660-2766-4BD1-A74F-821FA76EB466}" dt="2026-01-05T20:21:09.920" v="1592" actId="14100"/>
          <ac:spMkLst>
            <pc:docMk/>
            <pc:sldMk cId="3402023525" sldId="2147481834"/>
            <ac:spMk id="10" creationId="{7E6BF4B3-D4A2-8699-C178-FEAFD9DF53C4}"/>
          </ac:spMkLst>
        </pc:spChg>
        <pc:spChg chg="add mod">
          <ac:chgData name="Brüntrup, Luna Nox Fea" userId="e756c84f-b282-410e-9d44-26088df5a1d0" providerId="ADAL" clId="{6AA40660-2766-4BD1-A74F-821FA76EB466}" dt="2026-01-05T20:43:02.285" v="1637" actId="20577"/>
          <ac:spMkLst>
            <pc:docMk/>
            <pc:sldMk cId="3402023525" sldId="2147481834"/>
            <ac:spMk id="11" creationId="{B42C06B4-0DF4-2766-6049-9D5A36D37C75}"/>
          </ac:spMkLst>
        </pc:spChg>
        <pc:picChg chg="add mod">
          <ac:chgData name="Brüntrup, Luna Nox Fea" userId="e756c84f-b282-410e-9d44-26088df5a1d0" providerId="ADAL" clId="{6AA40660-2766-4BD1-A74F-821FA76EB466}" dt="2026-01-05T20:20:49.455" v="1588" actId="1076"/>
          <ac:picMkLst>
            <pc:docMk/>
            <pc:sldMk cId="3402023525" sldId="2147481834"/>
            <ac:picMk id="13" creationId="{273D4DA4-12CB-D586-0763-3E14BC982968}"/>
          </ac:picMkLst>
        </pc:picChg>
      </pc:sldChg>
      <pc:sldChg chg="addSp delSp modSp add mod">
        <pc:chgData name="Brüntrup, Luna Nox Fea" userId="e756c84f-b282-410e-9d44-26088df5a1d0" providerId="ADAL" clId="{6AA40660-2766-4BD1-A74F-821FA76EB466}" dt="2026-01-06T02:36:36.318" v="10262" actId="478"/>
        <pc:sldMkLst>
          <pc:docMk/>
          <pc:sldMk cId="809194188" sldId="2147481835"/>
        </pc:sldMkLst>
        <pc:spChg chg="del">
          <ac:chgData name="Brüntrup, Luna Nox Fea" userId="e756c84f-b282-410e-9d44-26088df5a1d0" providerId="ADAL" clId="{6AA40660-2766-4BD1-A74F-821FA76EB466}" dt="2026-01-05T20:45:03.001" v="1666" actId="478"/>
          <ac:spMkLst>
            <pc:docMk/>
            <pc:sldMk cId="809194188" sldId="2147481835"/>
            <ac:spMk id="2" creationId="{A4828598-34EE-942A-78D2-A3793D4FF907}"/>
          </ac:spMkLst>
        </pc:spChg>
        <pc:spChg chg="mod">
          <ac:chgData name="Brüntrup, Luna Nox Fea" userId="e756c84f-b282-410e-9d44-26088df5a1d0" providerId="ADAL" clId="{6AA40660-2766-4BD1-A74F-821FA76EB466}" dt="2026-01-05T20:44:21.220" v="1663" actId="20577"/>
          <ac:spMkLst>
            <pc:docMk/>
            <pc:sldMk cId="809194188" sldId="2147481835"/>
            <ac:spMk id="3" creationId="{506200A4-D813-3FB0-118E-2934DC5782D8}"/>
          </ac:spMkLst>
        </pc:spChg>
        <pc:spChg chg="add del mod">
          <ac:chgData name="Brüntrup, Luna Nox Fea" userId="e756c84f-b282-410e-9d44-26088df5a1d0" providerId="ADAL" clId="{6AA40660-2766-4BD1-A74F-821FA76EB466}" dt="2026-01-05T20:45:03.836" v="1667" actId="478"/>
          <ac:spMkLst>
            <pc:docMk/>
            <pc:sldMk cId="809194188" sldId="2147481835"/>
            <ac:spMk id="5" creationId="{C72D1D3C-6548-F138-20EF-6C3038CA3534}"/>
          </ac:spMkLst>
        </pc:spChg>
        <pc:spChg chg="del">
          <ac:chgData name="Brüntrup, Luna Nox Fea" userId="e756c84f-b282-410e-9d44-26088df5a1d0" providerId="ADAL" clId="{6AA40660-2766-4BD1-A74F-821FA76EB466}" dt="2026-01-06T02:36:36.318" v="10262" actId="478"/>
          <ac:spMkLst>
            <pc:docMk/>
            <pc:sldMk cId="809194188" sldId="2147481835"/>
            <ac:spMk id="7" creationId="{95AFFFC3-9772-1124-3784-9EB3FFBCF6E5}"/>
          </ac:spMkLst>
        </pc:spChg>
        <pc:spChg chg="mod">
          <ac:chgData name="Brüntrup, Luna Nox Fea" userId="e756c84f-b282-410e-9d44-26088df5a1d0" providerId="ADAL" clId="{6AA40660-2766-4BD1-A74F-821FA76EB466}" dt="2026-01-06T02:35:42.281" v="10251"/>
          <ac:spMkLst>
            <pc:docMk/>
            <pc:sldMk cId="809194188" sldId="2147481835"/>
            <ac:spMk id="8" creationId="{B0E2C8CC-1956-5B4F-4E8B-575D17FB50D4}"/>
          </ac:spMkLst>
        </pc:spChg>
        <pc:spChg chg="mod">
          <ac:chgData name="Brüntrup, Luna Nox Fea" userId="e756c84f-b282-410e-9d44-26088df5a1d0" providerId="ADAL" clId="{6AA40660-2766-4BD1-A74F-821FA76EB466}" dt="2026-01-05T20:45:55.502" v="1742" actId="20577"/>
          <ac:spMkLst>
            <pc:docMk/>
            <pc:sldMk cId="809194188" sldId="2147481835"/>
            <ac:spMk id="10" creationId="{9E759ED0-24EB-16D0-0AB7-0FFB310E21AF}"/>
          </ac:spMkLst>
        </pc:spChg>
      </pc:sldChg>
      <pc:sldChg chg="addSp delSp modSp add mod">
        <pc:chgData name="Brüntrup, Luna Nox Fea" userId="e756c84f-b282-410e-9d44-26088df5a1d0" providerId="ADAL" clId="{6AA40660-2766-4BD1-A74F-821FA76EB466}" dt="2026-01-06T02:36:38.946" v="10263" actId="478"/>
        <pc:sldMkLst>
          <pc:docMk/>
          <pc:sldMk cId="1393126421" sldId="2147481836"/>
        </pc:sldMkLst>
        <pc:spChg chg="del">
          <ac:chgData name="Brüntrup, Luna Nox Fea" userId="e756c84f-b282-410e-9d44-26088df5a1d0" providerId="ADAL" clId="{6AA40660-2766-4BD1-A74F-821FA76EB466}" dt="2026-01-05T20:47:11.790" v="1758" actId="478"/>
          <ac:spMkLst>
            <pc:docMk/>
            <pc:sldMk cId="1393126421" sldId="2147481836"/>
            <ac:spMk id="2" creationId="{313BDCEF-2175-0C70-03B7-8876206035FC}"/>
          </ac:spMkLst>
        </pc:spChg>
        <pc:spChg chg="mod">
          <ac:chgData name="Brüntrup, Luna Nox Fea" userId="e756c84f-b282-410e-9d44-26088df5a1d0" providerId="ADAL" clId="{6AA40660-2766-4BD1-A74F-821FA76EB466}" dt="2026-01-05T20:46:58.325" v="1755" actId="20577"/>
          <ac:spMkLst>
            <pc:docMk/>
            <pc:sldMk cId="1393126421" sldId="2147481836"/>
            <ac:spMk id="3" creationId="{8CF416FA-185F-4E1D-BEE0-CEC2F6EC46FA}"/>
          </ac:spMkLst>
        </pc:spChg>
        <pc:spChg chg="add del mod">
          <ac:chgData name="Brüntrup, Luna Nox Fea" userId="e756c84f-b282-410e-9d44-26088df5a1d0" providerId="ADAL" clId="{6AA40660-2766-4BD1-A74F-821FA76EB466}" dt="2026-01-05T20:47:13.591" v="1759" actId="478"/>
          <ac:spMkLst>
            <pc:docMk/>
            <pc:sldMk cId="1393126421" sldId="2147481836"/>
            <ac:spMk id="5" creationId="{2B66B036-7875-F62A-F9F8-80BA63DD6B36}"/>
          </ac:spMkLst>
        </pc:spChg>
        <pc:spChg chg="del">
          <ac:chgData name="Brüntrup, Luna Nox Fea" userId="e756c84f-b282-410e-9d44-26088df5a1d0" providerId="ADAL" clId="{6AA40660-2766-4BD1-A74F-821FA76EB466}" dt="2026-01-06T02:36:38.946" v="10263" actId="478"/>
          <ac:spMkLst>
            <pc:docMk/>
            <pc:sldMk cId="1393126421" sldId="2147481836"/>
            <ac:spMk id="7" creationId="{2AA14D33-7A89-6D36-41B0-51972BBE5683}"/>
          </ac:spMkLst>
        </pc:spChg>
        <pc:spChg chg="mod">
          <ac:chgData name="Brüntrup, Luna Nox Fea" userId="e756c84f-b282-410e-9d44-26088df5a1d0" providerId="ADAL" clId="{6AA40660-2766-4BD1-A74F-821FA76EB466}" dt="2026-01-06T02:35:38.956" v="10250"/>
          <ac:spMkLst>
            <pc:docMk/>
            <pc:sldMk cId="1393126421" sldId="2147481836"/>
            <ac:spMk id="8" creationId="{C2CABC36-DD9C-7679-E29F-79D96A7F1A65}"/>
          </ac:spMkLst>
        </pc:spChg>
        <pc:spChg chg="mod">
          <ac:chgData name="Brüntrup, Luna Nox Fea" userId="e756c84f-b282-410e-9d44-26088df5a1d0" providerId="ADAL" clId="{6AA40660-2766-4BD1-A74F-821FA76EB466}" dt="2026-01-05T20:52:56.138" v="2094" actId="313"/>
          <ac:spMkLst>
            <pc:docMk/>
            <pc:sldMk cId="1393126421" sldId="2147481836"/>
            <ac:spMk id="10" creationId="{A83F536B-D364-1575-95D5-44068692733F}"/>
          </ac:spMkLst>
        </pc:spChg>
      </pc:sldChg>
      <pc:sldChg chg="addSp delSp modSp add mod">
        <pc:chgData name="Brüntrup, Luna Nox Fea" userId="e756c84f-b282-410e-9d44-26088df5a1d0" providerId="ADAL" clId="{6AA40660-2766-4BD1-A74F-821FA76EB466}" dt="2026-01-06T02:35:35.556" v="10249"/>
        <pc:sldMkLst>
          <pc:docMk/>
          <pc:sldMk cId="916444098" sldId="2147481837"/>
        </pc:sldMkLst>
        <pc:spChg chg="mod">
          <ac:chgData name="Brüntrup, Luna Nox Fea" userId="e756c84f-b282-410e-9d44-26088df5a1d0" providerId="ADAL" clId="{6AA40660-2766-4BD1-A74F-821FA76EB466}" dt="2026-01-05T20:56:51.331" v="2136" actId="20577"/>
          <ac:spMkLst>
            <pc:docMk/>
            <pc:sldMk cId="916444098" sldId="2147481837"/>
            <ac:spMk id="2" creationId="{A1F23630-209F-4F58-072A-C1CA9C41637D}"/>
          </ac:spMkLst>
        </pc:spChg>
        <pc:spChg chg="mod">
          <ac:chgData name="Brüntrup, Luna Nox Fea" userId="e756c84f-b282-410e-9d44-26088df5a1d0" providerId="ADAL" clId="{6AA40660-2766-4BD1-A74F-821FA76EB466}" dt="2026-01-05T20:54:57.307" v="2096"/>
          <ac:spMkLst>
            <pc:docMk/>
            <pc:sldMk cId="916444098" sldId="2147481837"/>
            <ac:spMk id="3" creationId="{2858E038-9992-5502-7FE7-42A36040D957}"/>
          </ac:spMkLst>
        </pc:spChg>
        <pc:spChg chg="add del mod">
          <ac:chgData name="Brüntrup, Luna Nox Fea" userId="e756c84f-b282-410e-9d44-26088df5a1d0" providerId="ADAL" clId="{6AA40660-2766-4BD1-A74F-821FA76EB466}" dt="2026-01-05T20:55:45.218" v="2120" actId="478"/>
          <ac:spMkLst>
            <pc:docMk/>
            <pc:sldMk cId="916444098" sldId="2147481837"/>
            <ac:spMk id="5" creationId="{0348C165-4E4F-F2D7-2FDF-928C6408451C}"/>
          </ac:spMkLst>
        </pc:spChg>
        <pc:spChg chg="mod">
          <ac:chgData name="Brüntrup, Luna Nox Fea" userId="e756c84f-b282-410e-9d44-26088df5a1d0" providerId="ADAL" clId="{6AA40660-2766-4BD1-A74F-821FA76EB466}" dt="2026-01-06T02:35:35.556" v="10249"/>
          <ac:spMkLst>
            <pc:docMk/>
            <pc:sldMk cId="916444098" sldId="2147481837"/>
            <ac:spMk id="8" creationId="{D2A96241-B21D-AD04-6A70-FB2772FAD3E1}"/>
          </ac:spMkLst>
        </pc:spChg>
        <pc:spChg chg="del">
          <ac:chgData name="Brüntrup, Luna Nox Fea" userId="e756c84f-b282-410e-9d44-26088df5a1d0" providerId="ADAL" clId="{6AA40660-2766-4BD1-A74F-821FA76EB466}" dt="2026-01-05T20:55:40.032" v="2119" actId="478"/>
          <ac:spMkLst>
            <pc:docMk/>
            <pc:sldMk cId="916444098" sldId="2147481837"/>
            <ac:spMk id="10" creationId="{397A4351-D9C2-5A9E-5E6C-9904760D7CA9}"/>
          </ac:spMkLst>
        </pc:spChg>
        <pc:picChg chg="add mod">
          <ac:chgData name="Brüntrup, Luna Nox Fea" userId="e756c84f-b282-410e-9d44-26088df5a1d0" providerId="ADAL" clId="{6AA40660-2766-4BD1-A74F-821FA76EB466}" dt="2026-01-05T20:56:03.921" v="2122" actId="1076"/>
          <ac:picMkLst>
            <pc:docMk/>
            <pc:sldMk cId="916444098" sldId="2147481837"/>
            <ac:picMk id="9" creationId="{88C586EF-D0AF-D104-978B-A9F8AB6E32D3}"/>
          </ac:picMkLst>
        </pc:picChg>
      </pc:sldChg>
      <pc:sldChg chg="addSp delSp modSp add mod">
        <pc:chgData name="Brüntrup, Luna Nox Fea" userId="e756c84f-b282-410e-9d44-26088df5a1d0" providerId="ADAL" clId="{6AA40660-2766-4BD1-A74F-821FA76EB466}" dt="2026-01-06T02:35:31.187" v="10248" actId="1076"/>
        <pc:sldMkLst>
          <pc:docMk/>
          <pc:sldMk cId="3610164447" sldId="2147481838"/>
        </pc:sldMkLst>
        <pc:spChg chg="del">
          <ac:chgData name="Brüntrup, Luna Nox Fea" userId="e756c84f-b282-410e-9d44-26088df5a1d0" providerId="ADAL" clId="{6AA40660-2766-4BD1-A74F-821FA76EB466}" dt="2026-01-05T20:57:34.302" v="2142" actId="478"/>
          <ac:spMkLst>
            <pc:docMk/>
            <pc:sldMk cId="3610164447" sldId="2147481838"/>
            <ac:spMk id="2" creationId="{05BB12E8-5D39-27B6-E71D-BDCBD3681A86}"/>
          </ac:spMkLst>
        </pc:spChg>
        <pc:spChg chg="del">
          <ac:chgData name="Brüntrup, Luna Nox Fea" userId="e756c84f-b282-410e-9d44-26088df5a1d0" providerId="ADAL" clId="{6AA40660-2766-4BD1-A74F-821FA76EB466}" dt="2026-01-05T20:57:30.583" v="2140" actId="478"/>
          <ac:spMkLst>
            <pc:docMk/>
            <pc:sldMk cId="3610164447" sldId="2147481838"/>
            <ac:spMk id="3" creationId="{CA942099-327D-37DA-F83D-13DCB14050E8}"/>
          </ac:spMkLst>
        </pc:spChg>
        <pc:spChg chg="mod">
          <ac:chgData name="Brüntrup, Luna Nox Fea" userId="e756c84f-b282-410e-9d44-26088df5a1d0" providerId="ADAL" clId="{6AA40660-2766-4BD1-A74F-821FA76EB466}" dt="2026-01-06T02:35:31.187" v="10248" actId="1076"/>
          <ac:spMkLst>
            <pc:docMk/>
            <pc:sldMk cId="3610164447" sldId="2147481838"/>
            <ac:spMk id="8" creationId="{8E45F1A5-D10B-7B21-EB22-1BB63B5029F0}"/>
          </ac:spMkLst>
        </pc:spChg>
        <pc:spChg chg="add del mod">
          <ac:chgData name="Brüntrup, Luna Nox Fea" userId="e756c84f-b282-410e-9d44-26088df5a1d0" providerId="ADAL" clId="{6AA40660-2766-4BD1-A74F-821FA76EB466}" dt="2026-01-05T20:57:32.581" v="2141" actId="478"/>
          <ac:spMkLst>
            <pc:docMk/>
            <pc:sldMk cId="3610164447" sldId="2147481838"/>
            <ac:spMk id="9" creationId="{97A71745-1C10-379F-DA2D-0546749F4875}"/>
          </ac:spMkLst>
        </pc:spChg>
        <pc:spChg chg="del">
          <ac:chgData name="Brüntrup, Luna Nox Fea" userId="e756c84f-b282-410e-9d44-26088df5a1d0" providerId="ADAL" clId="{6AA40660-2766-4BD1-A74F-821FA76EB466}" dt="2026-01-05T20:57:36.829" v="2144" actId="478"/>
          <ac:spMkLst>
            <pc:docMk/>
            <pc:sldMk cId="3610164447" sldId="2147481838"/>
            <ac:spMk id="10" creationId="{7831FD96-B516-143C-8CBD-E87EB5CE4C70}"/>
          </ac:spMkLst>
        </pc:spChg>
        <pc:spChg chg="add del mod">
          <ac:chgData name="Brüntrup, Luna Nox Fea" userId="e756c84f-b282-410e-9d44-26088df5a1d0" providerId="ADAL" clId="{6AA40660-2766-4BD1-A74F-821FA76EB466}" dt="2026-01-05T20:57:35.471" v="2143" actId="478"/>
          <ac:spMkLst>
            <pc:docMk/>
            <pc:sldMk cId="3610164447" sldId="2147481838"/>
            <ac:spMk id="12" creationId="{58AD11C3-D9ED-8DAB-C64D-9B56E056C9D5}"/>
          </ac:spMkLst>
        </pc:spChg>
        <pc:spChg chg="add del mod">
          <ac:chgData name="Brüntrup, Luna Nox Fea" userId="e756c84f-b282-410e-9d44-26088df5a1d0" providerId="ADAL" clId="{6AA40660-2766-4BD1-A74F-821FA76EB466}" dt="2026-01-05T20:57:38.166" v="2145" actId="478"/>
          <ac:spMkLst>
            <pc:docMk/>
            <pc:sldMk cId="3610164447" sldId="2147481838"/>
            <ac:spMk id="14" creationId="{73F3384E-5EB7-D785-844D-4CF4BD773943}"/>
          </ac:spMkLst>
        </pc:spChg>
        <pc:spChg chg="add mod">
          <ac:chgData name="Brüntrup, Luna Nox Fea" userId="e756c84f-b282-410e-9d44-26088df5a1d0" providerId="ADAL" clId="{6AA40660-2766-4BD1-A74F-821FA76EB466}" dt="2026-01-05T20:58:46.347" v="2154" actId="14100"/>
          <ac:spMkLst>
            <pc:docMk/>
            <pc:sldMk cId="3610164447" sldId="2147481838"/>
            <ac:spMk id="15" creationId="{9D196360-E0E6-C276-7602-6C9E536569BD}"/>
          </ac:spMkLst>
        </pc:spChg>
        <pc:spChg chg="add mod">
          <ac:chgData name="Brüntrup, Luna Nox Fea" userId="e756c84f-b282-410e-9d44-26088df5a1d0" providerId="ADAL" clId="{6AA40660-2766-4BD1-A74F-821FA76EB466}" dt="2026-01-05T20:58:51.507" v="2155" actId="14100"/>
          <ac:spMkLst>
            <pc:docMk/>
            <pc:sldMk cId="3610164447" sldId="2147481838"/>
            <ac:spMk id="16" creationId="{3315671A-3AB7-63BB-0E39-725338472121}"/>
          </ac:spMkLst>
        </pc:spChg>
        <pc:picChg chg="add mod">
          <ac:chgData name="Brüntrup, Luna Nox Fea" userId="e756c84f-b282-410e-9d44-26088df5a1d0" providerId="ADAL" clId="{6AA40660-2766-4BD1-A74F-821FA76EB466}" dt="2026-01-05T20:57:53.553" v="2148" actId="1076"/>
          <ac:picMkLst>
            <pc:docMk/>
            <pc:sldMk cId="3610164447" sldId="2147481838"/>
            <ac:picMk id="5" creationId="{BFF0B382-D670-814F-41C3-313AD57ADA29}"/>
          </ac:picMkLst>
        </pc:picChg>
      </pc:sldChg>
      <pc:sldChg chg="addSp delSp modSp add mod">
        <pc:chgData name="Brüntrup, Luna Nox Fea" userId="e756c84f-b282-410e-9d44-26088df5a1d0" providerId="ADAL" clId="{6AA40660-2766-4BD1-A74F-821FA76EB466}" dt="2026-01-06T02:34:44.964" v="10236"/>
        <pc:sldMkLst>
          <pc:docMk/>
          <pc:sldMk cId="992657464" sldId="2147481839"/>
        </pc:sldMkLst>
        <pc:spChg chg="del">
          <ac:chgData name="Brüntrup, Luna Nox Fea" userId="e756c84f-b282-410e-9d44-26088df5a1d0" providerId="ADAL" clId="{6AA40660-2766-4BD1-A74F-821FA76EB466}" dt="2026-01-05T21:29:48.931" v="2718" actId="478"/>
          <ac:spMkLst>
            <pc:docMk/>
            <pc:sldMk cId="992657464" sldId="2147481839"/>
            <ac:spMk id="2" creationId="{281C6750-6705-429E-F2E7-DF6132317184}"/>
          </ac:spMkLst>
        </pc:spChg>
        <pc:spChg chg="mod">
          <ac:chgData name="Brüntrup, Luna Nox Fea" userId="e756c84f-b282-410e-9d44-26088df5a1d0" providerId="ADAL" clId="{6AA40660-2766-4BD1-A74F-821FA76EB466}" dt="2026-01-05T21:26:45.743" v="2716" actId="20577"/>
          <ac:spMkLst>
            <pc:docMk/>
            <pc:sldMk cId="992657464" sldId="2147481839"/>
            <ac:spMk id="3" creationId="{0D02F7BA-E77C-4FCE-9CB5-CC813ED3F914}"/>
          </ac:spMkLst>
        </pc:spChg>
        <pc:spChg chg="del">
          <ac:chgData name="Brüntrup, Luna Nox Fea" userId="e756c84f-b282-410e-9d44-26088df5a1d0" providerId="ADAL" clId="{6AA40660-2766-4BD1-A74F-821FA76EB466}" dt="2026-01-05T21:25:18.522" v="2703" actId="478"/>
          <ac:spMkLst>
            <pc:docMk/>
            <pc:sldMk cId="992657464" sldId="2147481839"/>
            <ac:spMk id="7" creationId="{E7500BDD-07D4-DFCD-02C1-BE6069E60304}"/>
          </ac:spMkLst>
        </pc:spChg>
        <pc:spChg chg="mod">
          <ac:chgData name="Brüntrup, Luna Nox Fea" userId="e756c84f-b282-410e-9d44-26088df5a1d0" providerId="ADAL" clId="{6AA40660-2766-4BD1-A74F-821FA76EB466}" dt="2026-01-06T02:34:44.964" v="10236"/>
          <ac:spMkLst>
            <pc:docMk/>
            <pc:sldMk cId="992657464" sldId="2147481839"/>
            <ac:spMk id="8" creationId="{4E96F93A-5678-DFA7-826F-6EC785E56A79}"/>
          </ac:spMkLst>
        </pc:spChg>
        <pc:spChg chg="add del mod">
          <ac:chgData name="Brüntrup, Luna Nox Fea" userId="e756c84f-b282-410e-9d44-26088df5a1d0" providerId="ADAL" clId="{6AA40660-2766-4BD1-A74F-821FA76EB466}" dt="2026-01-05T21:29:49.864" v="2719" actId="478"/>
          <ac:spMkLst>
            <pc:docMk/>
            <pc:sldMk cId="992657464" sldId="2147481839"/>
            <ac:spMk id="9" creationId="{A77E1E3B-2B66-E91E-E5B5-FD40C462C0D0}"/>
          </ac:spMkLst>
        </pc:spChg>
        <pc:spChg chg="mod">
          <ac:chgData name="Brüntrup, Luna Nox Fea" userId="e756c84f-b282-410e-9d44-26088df5a1d0" providerId="ADAL" clId="{6AA40660-2766-4BD1-A74F-821FA76EB466}" dt="2026-01-05T21:33:58.194" v="2888" actId="20577"/>
          <ac:spMkLst>
            <pc:docMk/>
            <pc:sldMk cId="992657464" sldId="2147481839"/>
            <ac:spMk id="10" creationId="{22387163-C84C-3853-B6B4-043CC4DAAD16}"/>
          </ac:spMkLst>
        </pc:spChg>
        <pc:picChg chg="add mod modCrop">
          <ac:chgData name="Brüntrup, Luna Nox Fea" userId="e756c84f-b282-410e-9d44-26088df5a1d0" providerId="ADAL" clId="{6AA40660-2766-4BD1-A74F-821FA76EB466}" dt="2026-01-05T21:44:56.658" v="2890" actId="1076"/>
          <ac:picMkLst>
            <pc:docMk/>
            <pc:sldMk cId="992657464" sldId="2147481839"/>
            <ac:picMk id="5" creationId="{D7DDAC27-8859-AA4B-94DA-5736DCCF2C11}"/>
          </ac:picMkLst>
        </pc:picChg>
      </pc:sldChg>
      <pc:sldChg chg="add del">
        <pc:chgData name="Brüntrup, Luna Nox Fea" userId="e756c84f-b282-410e-9d44-26088df5a1d0" providerId="ADAL" clId="{6AA40660-2766-4BD1-A74F-821FA76EB466}" dt="2026-01-06T02:30:47.262" v="10138" actId="47"/>
        <pc:sldMkLst>
          <pc:docMk/>
          <pc:sldMk cId="1387635002" sldId="2147481840"/>
        </pc:sldMkLst>
      </pc:sldChg>
      <pc:sldChg chg="add del">
        <pc:chgData name="Brüntrup, Luna Nox Fea" userId="e756c84f-b282-410e-9d44-26088df5a1d0" providerId="ADAL" clId="{6AA40660-2766-4BD1-A74F-821FA76EB466}" dt="2026-01-06T02:30:47.851" v="10139" actId="47"/>
        <pc:sldMkLst>
          <pc:docMk/>
          <pc:sldMk cId="1709111290" sldId="2147481841"/>
        </pc:sldMkLst>
      </pc:sldChg>
      <pc:sldChg chg="delSp modSp add mod">
        <pc:chgData name="Brüntrup, Luna Nox Fea" userId="e756c84f-b282-410e-9d44-26088df5a1d0" providerId="ADAL" clId="{6AA40660-2766-4BD1-A74F-821FA76EB466}" dt="2026-01-06T02:37:05.166" v="10275" actId="478"/>
        <pc:sldMkLst>
          <pc:docMk/>
          <pc:sldMk cId="211355464" sldId="2147481842"/>
        </pc:sldMkLst>
        <pc:spChg chg="mod">
          <ac:chgData name="Brüntrup, Luna Nox Fea" userId="e756c84f-b282-410e-9d44-26088df5a1d0" providerId="ADAL" clId="{6AA40660-2766-4BD1-A74F-821FA76EB466}" dt="2026-01-05T21:12:40.886" v="2480" actId="20577"/>
          <ac:spMkLst>
            <pc:docMk/>
            <pc:sldMk cId="211355464" sldId="2147481842"/>
            <ac:spMk id="2" creationId="{193B1224-2587-864D-7EF6-B08F5F953269}"/>
          </ac:spMkLst>
        </pc:spChg>
        <pc:spChg chg="mod">
          <ac:chgData name="Brüntrup, Luna Nox Fea" userId="e756c84f-b282-410e-9d44-26088df5a1d0" providerId="ADAL" clId="{6AA40660-2766-4BD1-A74F-821FA76EB466}" dt="2026-01-05T21:18:02.031" v="2675" actId="20577"/>
          <ac:spMkLst>
            <pc:docMk/>
            <pc:sldMk cId="211355464" sldId="2147481842"/>
            <ac:spMk id="5" creationId="{9D3C5189-27BE-494F-A4F9-32A9D10E2C78}"/>
          </ac:spMkLst>
        </pc:spChg>
        <pc:spChg chg="mod">
          <ac:chgData name="Brüntrup, Luna Nox Fea" userId="e756c84f-b282-410e-9d44-26088df5a1d0" providerId="ADAL" clId="{6AA40660-2766-4BD1-A74F-821FA76EB466}" dt="2026-01-05T21:17:12.312" v="2577"/>
          <ac:spMkLst>
            <pc:docMk/>
            <pc:sldMk cId="211355464" sldId="2147481842"/>
            <ac:spMk id="6" creationId="{C3B1A4E2-02D9-1A7C-3D12-939A4C311D87}"/>
          </ac:spMkLst>
        </pc:spChg>
        <pc:spChg chg="del mod">
          <ac:chgData name="Brüntrup, Luna Nox Fea" userId="e756c84f-b282-410e-9d44-26088df5a1d0" providerId="ADAL" clId="{6AA40660-2766-4BD1-A74F-821FA76EB466}" dt="2026-01-06T02:37:02.794" v="10274" actId="478"/>
          <ac:spMkLst>
            <pc:docMk/>
            <pc:sldMk cId="211355464" sldId="2147481842"/>
            <ac:spMk id="14" creationId="{9B479489-CAFF-6C82-E28A-02FB4C4FFC7F}"/>
          </ac:spMkLst>
        </pc:spChg>
        <pc:spChg chg="del mod">
          <ac:chgData name="Brüntrup, Luna Nox Fea" userId="e756c84f-b282-410e-9d44-26088df5a1d0" providerId="ADAL" clId="{6AA40660-2766-4BD1-A74F-821FA76EB466}" dt="2026-01-06T02:37:05.166" v="10275" actId="478"/>
          <ac:spMkLst>
            <pc:docMk/>
            <pc:sldMk cId="211355464" sldId="2147481842"/>
            <ac:spMk id="16" creationId="{64154EFD-D4E7-19B5-DA24-24AB5E04F2E5}"/>
          </ac:spMkLst>
        </pc:spChg>
        <pc:spChg chg="mod">
          <ac:chgData name="Brüntrup, Luna Nox Fea" userId="e756c84f-b282-410e-9d44-26088df5a1d0" providerId="ADAL" clId="{6AA40660-2766-4BD1-A74F-821FA76EB466}" dt="2026-01-06T02:34:59.216" v="10240" actId="14100"/>
          <ac:spMkLst>
            <pc:docMk/>
            <pc:sldMk cId="211355464" sldId="2147481842"/>
            <ac:spMk id="17" creationId="{263F8384-CB42-FA9D-F4A3-218A1D49EA35}"/>
          </ac:spMkLst>
        </pc:spChg>
      </pc:sldChg>
      <pc:sldChg chg="delSp modSp add mod ord">
        <pc:chgData name="Brüntrup, Luna Nox Fea" userId="e756c84f-b282-410e-9d44-26088df5a1d0" providerId="ADAL" clId="{6AA40660-2766-4BD1-A74F-821FA76EB466}" dt="2026-01-06T02:36:57.579" v="10271" actId="478"/>
        <pc:sldMkLst>
          <pc:docMk/>
          <pc:sldMk cId="689206708" sldId="2147481843"/>
        </pc:sldMkLst>
        <pc:spChg chg="mod">
          <ac:chgData name="Brüntrup, Luna Nox Fea" userId="e756c84f-b282-410e-9d44-26088df5a1d0" providerId="ADAL" clId="{6AA40660-2766-4BD1-A74F-821FA76EB466}" dt="2026-01-05T21:12:52.799" v="2492" actId="20577"/>
          <ac:spMkLst>
            <pc:docMk/>
            <pc:sldMk cId="689206708" sldId="2147481843"/>
            <ac:spMk id="5" creationId="{5948630D-F507-CF1F-74FD-0B6C868FA4A6}"/>
          </ac:spMkLst>
        </pc:spChg>
        <pc:spChg chg="del mod">
          <ac:chgData name="Brüntrup, Luna Nox Fea" userId="e756c84f-b282-410e-9d44-26088df5a1d0" providerId="ADAL" clId="{6AA40660-2766-4BD1-A74F-821FA76EB466}" dt="2026-01-06T02:36:57.579" v="10271" actId="478"/>
          <ac:spMkLst>
            <pc:docMk/>
            <pc:sldMk cId="689206708" sldId="2147481843"/>
            <ac:spMk id="14" creationId="{76A8C94A-9A25-6E4F-8A60-CBB94E5BBF88}"/>
          </ac:spMkLst>
        </pc:spChg>
        <pc:spChg chg="del mod">
          <ac:chgData name="Brüntrup, Luna Nox Fea" userId="e756c84f-b282-410e-9d44-26088df5a1d0" providerId="ADAL" clId="{6AA40660-2766-4BD1-A74F-821FA76EB466}" dt="2026-01-06T02:36:55.796" v="10269" actId="478"/>
          <ac:spMkLst>
            <pc:docMk/>
            <pc:sldMk cId="689206708" sldId="2147481843"/>
            <ac:spMk id="15" creationId="{EF6A9FFA-840A-5FC7-F320-99EBFA271DEC}"/>
          </ac:spMkLst>
        </pc:spChg>
        <pc:spChg chg="mod">
          <ac:chgData name="Brüntrup, Luna Nox Fea" userId="e756c84f-b282-410e-9d44-26088df5a1d0" providerId="ADAL" clId="{6AA40660-2766-4BD1-A74F-821FA76EB466}" dt="2026-01-06T02:35:05.893" v="10242" actId="14100"/>
          <ac:spMkLst>
            <pc:docMk/>
            <pc:sldMk cId="689206708" sldId="2147481843"/>
            <ac:spMk id="16" creationId="{0D518466-3E0F-7147-C57B-3EB5A9FD4821}"/>
          </ac:spMkLst>
        </pc:spChg>
      </pc:sldChg>
      <pc:sldChg chg="addSp delSp modSp add mod ord">
        <pc:chgData name="Brüntrup, Luna Nox Fea" userId="e756c84f-b282-410e-9d44-26088df5a1d0" providerId="ADAL" clId="{6AA40660-2766-4BD1-A74F-821FA76EB466}" dt="2026-01-06T02:37:24.576" v="10282" actId="478"/>
        <pc:sldMkLst>
          <pc:docMk/>
          <pc:sldMk cId="1809663128" sldId="2147481844"/>
        </pc:sldMkLst>
        <pc:spChg chg="add del mod">
          <ac:chgData name="Brüntrup, Luna Nox Fea" userId="e756c84f-b282-410e-9d44-26088df5a1d0" providerId="ADAL" clId="{6AA40660-2766-4BD1-A74F-821FA76EB466}" dt="2026-01-05T22:15:26.505" v="3655" actId="478"/>
          <ac:spMkLst>
            <pc:docMk/>
            <pc:sldMk cId="1809663128" sldId="2147481844"/>
            <ac:spMk id="2" creationId="{B59B0F84-8C25-6CED-D035-D01609AB069A}"/>
          </ac:spMkLst>
        </pc:spChg>
        <pc:spChg chg="mod">
          <ac:chgData name="Brüntrup, Luna Nox Fea" userId="e756c84f-b282-410e-9d44-26088df5a1d0" providerId="ADAL" clId="{6AA40660-2766-4BD1-A74F-821FA76EB466}" dt="2026-01-05T22:14:05.737" v="3636" actId="20577"/>
          <ac:spMkLst>
            <pc:docMk/>
            <pc:sldMk cId="1809663128" sldId="2147481844"/>
            <ac:spMk id="8" creationId="{5751F1D0-873C-B082-A6D2-59902E69A1EB}"/>
          </ac:spMkLst>
        </pc:spChg>
        <pc:spChg chg="del mod">
          <ac:chgData name="Brüntrup, Luna Nox Fea" userId="e756c84f-b282-410e-9d44-26088df5a1d0" providerId="ADAL" clId="{6AA40660-2766-4BD1-A74F-821FA76EB466}" dt="2026-01-06T02:37:23.142" v="10281" actId="478"/>
          <ac:spMkLst>
            <pc:docMk/>
            <pc:sldMk cId="1809663128" sldId="2147481844"/>
            <ac:spMk id="10" creationId="{76AE6EDB-B51C-6FAD-E182-D20EE7DAE90B}"/>
          </ac:spMkLst>
        </pc:spChg>
        <pc:spChg chg="del">
          <ac:chgData name="Brüntrup, Luna Nox Fea" userId="e756c84f-b282-410e-9d44-26088df5a1d0" providerId="ADAL" clId="{6AA40660-2766-4BD1-A74F-821FA76EB466}" dt="2026-01-06T02:37:24.576" v="10282" actId="478"/>
          <ac:spMkLst>
            <pc:docMk/>
            <pc:sldMk cId="1809663128" sldId="2147481844"/>
            <ac:spMk id="11" creationId="{3C2F9421-DDB0-1E05-AB88-119B1CB477EE}"/>
          </ac:spMkLst>
        </pc:spChg>
        <pc:spChg chg="mod">
          <ac:chgData name="Brüntrup, Luna Nox Fea" userId="e756c84f-b282-410e-9d44-26088df5a1d0" providerId="ADAL" clId="{6AA40660-2766-4BD1-A74F-821FA76EB466}" dt="2026-01-06T02:34:28.174" v="10233" actId="14100"/>
          <ac:spMkLst>
            <pc:docMk/>
            <pc:sldMk cId="1809663128" sldId="2147481844"/>
            <ac:spMk id="12" creationId="{BCF785D3-A04B-AD3D-68DF-15035BC5FD44}"/>
          </ac:spMkLst>
        </pc:spChg>
      </pc:sldChg>
      <pc:sldChg chg="addSp delSp modSp add mod">
        <pc:chgData name="Brüntrup, Luna Nox Fea" userId="e756c84f-b282-410e-9d44-26088df5a1d0" providerId="ADAL" clId="{6AA40660-2766-4BD1-A74F-821FA76EB466}" dt="2026-01-06T02:37:47.815" v="10289" actId="478"/>
        <pc:sldMkLst>
          <pc:docMk/>
          <pc:sldMk cId="3760142812" sldId="2147481845"/>
        </pc:sldMkLst>
        <pc:spChg chg="del">
          <ac:chgData name="Brüntrup, Luna Nox Fea" userId="e756c84f-b282-410e-9d44-26088df5a1d0" providerId="ADAL" clId="{6AA40660-2766-4BD1-A74F-821FA76EB466}" dt="2026-01-05T22:39:41.859" v="4389" actId="478"/>
          <ac:spMkLst>
            <pc:docMk/>
            <pc:sldMk cId="3760142812" sldId="2147481845"/>
            <ac:spMk id="2" creationId="{F0263731-7FC2-D6E5-9238-FE5B90418CBA}"/>
          </ac:spMkLst>
        </pc:spChg>
        <pc:spChg chg="mod">
          <ac:chgData name="Brüntrup, Luna Nox Fea" userId="e756c84f-b282-410e-9d44-26088df5a1d0" providerId="ADAL" clId="{6AA40660-2766-4BD1-A74F-821FA76EB466}" dt="2026-01-05T22:39:33.391" v="4386" actId="20577"/>
          <ac:spMkLst>
            <pc:docMk/>
            <pc:sldMk cId="3760142812" sldId="2147481845"/>
            <ac:spMk id="3" creationId="{BC60AEB9-A752-3B96-8A0E-42FB76812FD8}"/>
          </ac:spMkLst>
        </pc:spChg>
        <pc:spChg chg="add del mod">
          <ac:chgData name="Brüntrup, Luna Nox Fea" userId="e756c84f-b282-410e-9d44-26088df5a1d0" providerId="ADAL" clId="{6AA40660-2766-4BD1-A74F-821FA76EB466}" dt="2026-01-05T22:39:39.603" v="4388" actId="478"/>
          <ac:spMkLst>
            <pc:docMk/>
            <pc:sldMk cId="3760142812" sldId="2147481845"/>
            <ac:spMk id="5" creationId="{77AFADBE-CCE0-B699-8CD3-B215319C10F4}"/>
          </ac:spMkLst>
        </pc:spChg>
        <pc:spChg chg="del">
          <ac:chgData name="Brüntrup, Luna Nox Fea" userId="e756c84f-b282-410e-9d44-26088df5a1d0" providerId="ADAL" clId="{6AA40660-2766-4BD1-A74F-821FA76EB466}" dt="2026-01-06T02:37:47.815" v="10289" actId="478"/>
          <ac:spMkLst>
            <pc:docMk/>
            <pc:sldMk cId="3760142812" sldId="2147481845"/>
            <ac:spMk id="7" creationId="{82C2ABA2-1A42-F234-3CD9-14D85E3AACCB}"/>
          </ac:spMkLst>
        </pc:spChg>
        <pc:spChg chg="mod">
          <ac:chgData name="Brüntrup, Luna Nox Fea" userId="e756c84f-b282-410e-9d44-26088df5a1d0" providerId="ADAL" clId="{6AA40660-2766-4BD1-A74F-821FA76EB466}" dt="2026-01-06T02:34:02.456" v="10225"/>
          <ac:spMkLst>
            <pc:docMk/>
            <pc:sldMk cId="3760142812" sldId="2147481845"/>
            <ac:spMk id="8" creationId="{5F1065F3-F81F-56A1-C738-EF41E40DA219}"/>
          </ac:spMkLst>
        </pc:spChg>
        <pc:spChg chg="add del mod">
          <ac:chgData name="Brüntrup, Luna Nox Fea" userId="e756c84f-b282-410e-9d44-26088df5a1d0" providerId="ADAL" clId="{6AA40660-2766-4BD1-A74F-821FA76EB466}" dt="2026-01-05T22:39:43.153" v="4390" actId="478"/>
          <ac:spMkLst>
            <pc:docMk/>
            <pc:sldMk cId="3760142812" sldId="2147481845"/>
            <ac:spMk id="9" creationId="{2B0F07D4-FD38-E907-F448-60D34F840AC5}"/>
          </ac:spMkLst>
        </pc:spChg>
        <pc:spChg chg="del">
          <ac:chgData name="Brüntrup, Luna Nox Fea" userId="e756c84f-b282-410e-9d44-26088df5a1d0" providerId="ADAL" clId="{6AA40660-2766-4BD1-A74F-821FA76EB466}" dt="2026-01-05T22:39:37.037" v="4387" actId="478"/>
          <ac:spMkLst>
            <pc:docMk/>
            <pc:sldMk cId="3760142812" sldId="2147481845"/>
            <ac:spMk id="10" creationId="{56C23BB5-D0F1-6CB7-D950-CF34775EFB25}"/>
          </ac:spMkLst>
        </pc:spChg>
        <pc:picChg chg="add mod">
          <ac:chgData name="Brüntrup, Luna Nox Fea" userId="e756c84f-b282-410e-9d44-26088df5a1d0" providerId="ADAL" clId="{6AA40660-2766-4BD1-A74F-821FA76EB466}" dt="2026-01-05T22:40:08.277" v="4396" actId="14100"/>
          <ac:picMkLst>
            <pc:docMk/>
            <pc:sldMk cId="3760142812" sldId="2147481845"/>
            <ac:picMk id="12" creationId="{5F3C1C22-ECD3-7A34-CFE4-BC1EBB1F0EBD}"/>
          </ac:picMkLst>
        </pc:picChg>
        <pc:picChg chg="add mod modCrop">
          <ac:chgData name="Brüntrup, Luna Nox Fea" userId="e756c84f-b282-410e-9d44-26088df5a1d0" providerId="ADAL" clId="{6AA40660-2766-4BD1-A74F-821FA76EB466}" dt="2026-01-05T22:40:39.291" v="4402" actId="14100"/>
          <ac:picMkLst>
            <pc:docMk/>
            <pc:sldMk cId="3760142812" sldId="2147481845"/>
            <ac:picMk id="14" creationId="{CD41C2D7-40E1-F74C-D995-8EF1B5B20106}"/>
          </ac:picMkLst>
        </pc:picChg>
      </pc:sldChg>
      <pc:sldChg chg="addSp delSp modSp add mod">
        <pc:chgData name="Brüntrup, Luna Nox Fea" userId="e756c84f-b282-410e-9d44-26088df5a1d0" providerId="ADAL" clId="{6AA40660-2766-4BD1-A74F-821FA76EB466}" dt="2026-01-06T02:37:19.580" v="10279" actId="478"/>
        <pc:sldMkLst>
          <pc:docMk/>
          <pc:sldMk cId="2318839022" sldId="2147481846"/>
        </pc:sldMkLst>
        <pc:spChg chg="del">
          <ac:chgData name="Brüntrup, Luna Nox Fea" userId="e756c84f-b282-410e-9d44-26088df5a1d0" providerId="ADAL" clId="{6AA40660-2766-4BD1-A74F-821FA76EB466}" dt="2026-01-05T21:55:12.680" v="3311" actId="478"/>
          <ac:spMkLst>
            <pc:docMk/>
            <pc:sldMk cId="2318839022" sldId="2147481846"/>
            <ac:spMk id="2" creationId="{A1810657-84FB-68F2-F5CC-221DEF0FBF80}"/>
          </ac:spMkLst>
        </pc:spChg>
        <pc:spChg chg="mod">
          <ac:chgData name="Brüntrup, Luna Nox Fea" userId="e756c84f-b282-410e-9d44-26088df5a1d0" providerId="ADAL" clId="{6AA40660-2766-4BD1-A74F-821FA76EB466}" dt="2026-01-05T21:51:28.742" v="3176" actId="20577"/>
          <ac:spMkLst>
            <pc:docMk/>
            <pc:sldMk cId="2318839022" sldId="2147481846"/>
            <ac:spMk id="3" creationId="{CE51E77B-F0D3-E37A-DBF4-AAA3F65DF313}"/>
          </ac:spMkLst>
        </pc:spChg>
        <pc:spChg chg="add del mod">
          <ac:chgData name="Brüntrup, Luna Nox Fea" userId="e756c84f-b282-410e-9d44-26088df5a1d0" providerId="ADAL" clId="{6AA40660-2766-4BD1-A74F-821FA76EB466}" dt="2026-01-05T21:55:14.445" v="3312" actId="478"/>
          <ac:spMkLst>
            <pc:docMk/>
            <pc:sldMk cId="2318839022" sldId="2147481846"/>
            <ac:spMk id="5" creationId="{26AF0485-0251-F93F-F066-7DAA435547D6}"/>
          </ac:spMkLst>
        </pc:spChg>
        <pc:spChg chg="add del mod">
          <ac:chgData name="Brüntrup, Luna Nox Fea" userId="e756c84f-b282-410e-9d44-26088df5a1d0" providerId="ADAL" clId="{6AA40660-2766-4BD1-A74F-821FA76EB466}" dt="2026-01-05T22:03:27.002" v="3492" actId="478"/>
          <ac:spMkLst>
            <pc:docMk/>
            <pc:sldMk cId="2318839022" sldId="2147481846"/>
            <ac:spMk id="6" creationId="{3F05C8E6-4655-D2A6-835B-38271B3C53BD}"/>
          </ac:spMkLst>
        </pc:spChg>
        <pc:spChg chg="del">
          <ac:chgData name="Brüntrup, Luna Nox Fea" userId="e756c84f-b282-410e-9d44-26088df5a1d0" providerId="ADAL" clId="{6AA40660-2766-4BD1-A74F-821FA76EB466}" dt="2026-01-06T02:37:19.580" v="10279" actId="478"/>
          <ac:spMkLst>
            <pc:docMk/>
            <pc:sldMk cId="2318839022" sldId="2147481846"/>
            <ac:spMk id="7" creationId="{80CB495C-FB65-E099-27C2-D7F7799563FF}"/>
          </ac:spMkLst>
        </pc:spChg>
        <pc:spChg chg="mod">
          <ac:chgData name="Brüntrup, Luna Nox Fea" userId="e756c84f-b282-410e-9d44-26088df5a1d0" providerId="ADAL" clId="{6AA40660-2766-4BD1-A74F-821FA76EB466}" dt="2026-01-06T02:34:31.116" v="10234"/>
          <ac:spMkLst>
            <pc:docMk/>
            <pc:sldMk cId="2318839022" sldId="2147481846"/>
            <ac:spMk id="8" creationId="{6A399058-3D6A-06D3-429C-D2B56E1352C9}"/>
          </ac:spMkLst>
        </pc:spChg>
        <pc:spChg chg="mod">
          <ac:chgData name="Brüntrup, Luna Nox Fea" userId="e756c84f-b282-410e-9d44-26088df5a1d0" providerId="ADAL" clId="{6AA40660-2766-4BD1-A74F-821FA76EB466}" dt="2026-01-05T22:12:04.420" v="3585"/>
          <ac:spMkLst>
            <pc:docMk/>
            <pc:sldMk cId="2318839022" sldId="2147481846"/>
            <ac:spMk id="10" creationId="{1876715A-6358-E644-9BA7-16EC397DC1A3}"/>
          </ac:spMkLst>
        </pc:spChg>
        <pc:picChg chg="add mod">
          <ac:chgData name="Brüntrup, Luna Nox Fea" userId="e756c84f-b282-410e-9d44-26088df5a1d0" providerId="ADAL" clId="{6AA40660-2766-4BD1-A74F-821FA76EB466}" dt="2026-01-05T22:03:31.176" v="3493" actId="1076"/>
          <ac:picMkLst>
            <pc:docMk/>
            <pc:sldMk cId="2318839022" sldId="2147481846"/>
            <ac:picMk id="11" creationId="{12F10355-2DC7-A2FD-BA62-A7EC8AF0EFDE}"/>
          </ac:picMkLst>
        </pc:picChg>
      </pc:sldChg>
      <pc:sldChg chg="addSp modSp add del mod">
        <pc:chgData name="Brüntrup, Luna Nox Fea" userId="e756c84f-b282-410e-9d44-26088df5a1d0" providerId="ADAL" clId="{6AA40660-2766-4BD1-A74F-821FA76EB466}" dt="2026-01-05T22:12:21.949" v="3586" actId="2696"/>
        <pc:sldMkLst>
          <pc:docMk/>
          <pc:sldMk cId="2933860232" sldId="2147481847"/>
        </pc:sldMkLst>
        <pc:spChg chg="mod">
          <ac:chgData name="Brüntrup, Luna Nox Fea" userId="e756c84f-b282-410e-9d44-26088df5a1d0" providerId="ADAL" clId="{6AA40660-2766-4BD1-A74F-821FA76EB466}" dt="2026-01-05T22:11:57.242" v="3583" actId="21"/>
          <ac:spMkLst>
            <pc:docMk/>
            <pc:sldMk cId="2933860232" sldId="2147481847"/>
            <ac:spMk id="2" creationId="{7AC669C8-3CED-38F4-6FA7-78B66215AE34}"/>
          </ac:spMkLst>
        </pc:spChg>
        <pc:spChg chg="mod">
          <ac:chgData name="Brüntrup, Luna Nox Fea" userId="e756c84f-b282-410e-9d44-26088df5a1d0" providerId="ADAL" clId="{6AA40660-2766-4BD1-A74F-821FA76EB466}" dt="2026-01-05T22:00:30.329" v="3375"/>
          <ac:spMkLst>
            <pc:docMk/>
            <pc:sldMk cId="2933860232" sldId="2147481847"/>
            <ac:spMk id="3" creationId="{6E4F3C5B-6286-928E-A33F-065A52F4143A}"/>
          </ac:spMkLst>
        </pc:spChg>
        <pc:picChg chg="add mod">
          <ac:chgData name="Brüntrup, Luna Nox Fea" userId="e756c84f-b282-410e-9d44-26088df5a1d0" providerId="ADAL" clId="{6AA40660-2766-4BD1-A74F-821FA76EB466}" dt="2026-01-05T22:05:04.305" v="3577" actId="1076"/>
          <ac:picMkLst>
            <pc:docMk/>
            <pc:sldMk cId="2933860232" sldId="2147481847"/>
            <ac:picMk id="5" creationId="{30280F8E-4228-6512-7927-6DFB87B29CB6}"/>
          </ac:picMkLst>
        </pc:picChg>
      </pc:sldChg>
      <pc:sldChg chg="addSp delSp modSp add mod">
        <pc:chgData name="Brüntrup, Luna Nox Fea" userId="e756c84f-b282-410e-9d44-26088df5a1d0" providerId="ADAL" clId="{6AA40660-2766-4BD1-A74F-821FA76EB466}" dt="2026-01-06T02:37:28.415" v="10284" actId="478"/>
        <pc:sldMkLst>
          <pc:docMk/>
          <pc:sldMk cId="4101832338" sldId="2147481848"/>
        </pc:sldMkLst>
        <pc:spChg chg="del">
          <ac:chgData name="Brüntrup, Luna Nox Fea" userId="e756c84f-b282-410e-9d44-26088df5a1d0" providerId="ADAL" clId="{6AA40660-2766-4BD1-A74F-821FA76EB466}" dt="2026-01-05T22:16:59.377" v="3672" actId="478"/>
          <ac:spMkLst>
            <pc:docMk/>
            <pc:sldMk cId="4101832338" sldId="2147481848"/>
            <ac:spMk id="2" creationId="{047E14ED-C6CD-F826-A3BE-B6AFE07D7299}"/>
          </ac:spMkLst>
        </pc:spChg>
        <pc:spChg chg="mod">
          <ac:chgData name="Brüntrup, Luna Nox Fea" userId="e756c84f-b282-410e-9d44-26088df5a1d0" providerId="ADAL" clId="{6AA40660-2766-4BD1-A74F-821FA76EB466}" dt="2026-01-05T22:16:18.890" v="3669" actId="20577"/>
          <ac:spMkLst>
            <pc:docMk/>
            <pc:sldMk cId="4101832338" sldId="2147481848"/>
            <ac:spMk id="3" creationId="{914EDE88-6AB1-D7BD-AAF8-5CBD1A730854}"/>
          </ac:spMkLst>
        </pc:spChg>
        <pc:spChg chg="add del mod">
          <ac:chgData name="Brüntrup, Luna Nox Fea" userId="e756c84f-b282-410e-9d44-26088df5a1d0" providerId="ADAL" clId="{6AA40660-2766-4BD1-A74F-821FA76EB466}" dt="2026-01-05T22:17:01.169" v="3673" actId="478"/>
          <ac:spMkLst>
            <pc:docMk/>
            <pc:sldMk cId="4101832338" sldId="2147481848"/>
            <ac:spMk id="5" creationId="{7D1C5D3F-BAC2-CAE9-38DB-8537A2F06CD1}"/>
          </ac:spMkLst>
        </pc:spChg>
        <pc:spChg chg="del mod">
          <ac:chgData name="Brüntrup, Luna Nox Fea" userId="e756c84f-b282-410e-9d44-26088df5a1d0" providerId="ADAL" clId="{6AA40660-2766-4BD1-A74F-821FA76EB466}" dt="2026-01-06T02:37:28.415" v="10284" actId="478"/>
          <ac:spMkLst>
            <pc:docMk/>
            <pc:sldMk cId="4101832338" sldId="2147481848"/>
            <ac:spMk id="7" creationId="{C7E0D74B-4969-3035-F4C3-544C98633A25}"/>
          </ac:spMkLst>
        </pc:spChg>
        <pc:spChg chg="mod">
          <ac:chgData name="Brüntrup, Luna Nox Fea" userId="e756c84f-b282-410e-9d44-26088df5a1d0" providerId="ADAL" clId="{6AA40660-2766-4BD1-A74F-821FA76EB466}" dt="2026-01-06T02:34:23.782" v="10231"/>
          <ac:spMkLst>
            <pc:docMk/>
            <pc:sldMk cId="4101832338" sldId="2147481848"/>
            <ac:spMk id="8" creationId="{CEFCC3D7-C7B1-FE9D-A33D-8B22F6659CA5}"/>
          </ac:spMkLst>
        </pc:spChg>
        <pc:spChg chg="mod">
          <ac:chgData name="Brüntrup, Luna Nox Fea" userId="e756c84f-b282-410e-9d44-26088df5a1d0" providerId="ADAL" clId="{6AA40660-2766-4BD1-A74F-821FA76EB466}" dt="2026-01-05T22:25:50.156" v="4155" actId="20577"/>
          <ac:spMkLst>
            <pc:docMk/>
            <pc:sldMk cId="4101832338" sldId="2147481848"/>
            <ac:spMk id="10" creationId="{EBAA194A-910E-BCBF-D5E9-09083BBFE905}"/>
          </ac:spMkLst>
        </pc:spChg>
        <pc:picChg chg="add mod">
          <ac:chgData name="Brüntrup, Luna Nox Fea" userId="e756c84f-b282-410e-9d44-26088df5a1d0" providerId="ADAL" clId="{6AA40660-2766-4BD1-A74F-821FA76EB466}" dt="2026-01-05T22:21:37.095" v="4040" actId="1076"/>
          <ac:picMkLst>
            <pc:docMk/>
            <pc:sldMk cId="4101832338" sldId="2147481848"/>
            <ac:picMk id="9" creationId="{5531C54E-925D-3EE0-12CF-DCD29E5BC4E2}"/>
          </ac:picMkLst>
        </pc:picChg>
      </pc:sldChg>
      <pc:sldChg chg="addSp delSp modSp add mod">
        <pc:chgData name="Brüntrup, Luna Nox Fea" userId="e756c84f-b282-410e-9d44-26088df5a1d0" providerId="ADAL" clId="{6AA40660-2766-4BD1-A74F-821FA76EB466}" dt="2026-01-06T02:37:31.717" v="10285" actId="478"/>
        <pc:sldMkLst>
          <pc:docMk/>
          <pc:sldMk cId="2299093528" sldId="2147481849"/>
        </pc:sldMkLst>
        <pc:spChg chg="mod">
          <ac:chgData name="Brüntrup, Luna Nox Fea" userId="e756c84f-b282-410e-9d44-26088df5a1d0" providerId="ADAL" clId="{6AA40660-2766-4BD1-A74F-821FA76EB466}" dt="2026-01-05T22:27:11.258" v="4187" actId="1076"/>
          <ac:spMkLst>
            <pc:docMk/>
            <pc:sldMk cId="2299093528" sldId="2147481849"/>
            <ac:spMk id="2" creationId="{54D5F867-D2B0-668C-488E-ADAE842BA3B0}"/>
          </ac:spMkLst>
        </pc:spChg>
        <pc:spChg chg="mod">
          <ac:chgData name="Brüntrup, Luna Nox Fea" userId="e756c84f-b282-410e-9d44-26088df5a1d0" providerId="ADAL" clId="{6AA40660-2766-4BD1-A74F-821FA76EB466}" dt="2026-01-05T22:26:27.905" v="4183" actId="20577"/>
          <ac:spMkLst>
            <pc:docMk/>
            <pc:sldMk cId="2299093528" sldId="2147481849"/>
            <ac:spMk id="3" creationId="{BE21442C-F54A-07E6-8FFD-A906E3A9B732}"/>
          </ac:spMkLst>
        </pc:spChg>
        <pc:spChg chg="add del mod">
          <ac:chgData name="Brüntrup, Luna Nox Fea" userId="e756c84f-b282-410e-9d44-26088df5a1d0" providerId="ADAL" clId="{6AA40660-2766-4BD1-A74F-821FA76EB466}" dt="2026-01-05T22:27:18.046" v="4189" actId="478"/>
          <ac:spMkLst>
            <pc:docMk/>
            <pc:sldMk cId="2299093528" sldId="2147481849"/>
            <ac:spMk id="5" creationId="{2DF97E10-9042-4647-C108-DEB3BAC25262}"/>
          </ac:spMkLst>
        </pc:spChg>
        <pc:spChg chg="del">
          <ac:chgData name="Brüntrup, Luna Nox Fea" userId="e756c84f-b282-410e-9d44-26088df5a1d0" providerId="ADAL" clId="{6AA40660-2766-4BD1-A74F-821FA76EB466}" dt="2026-01-06T02:37:31.717" v="10285" actId="478"/>
          <ac:spMkLst>
            <pc:docMk/>
            <pc:sldMk cId="2299093528" sldId="2147481849"/>
            <ac:spMk id="7" creationId="{7EFA7D83-4E65-1D7F-0347-CA8094FC41BA}"/>
          </ac:spMkLst>
        </pc:spChg>
        <pc:spChg chg="mod">
          <ac:chgData name="Brüntrup, Luna Nox Fea" userId="e756c84f-b282-410e-9d44-26088df5a1d0" providerId="ADAL" clId="{6AA40660-2766-4BD1-A74F-821FA76EB466}" dt="2026-01-06T02:34:21.378" v="10230"/>
          <ac:spMkLst>
            <pc:docMk/>
            <pc:sldMk cId="2299093528" sldId="2147481849"/>
            <ac:spMk id="8" creationId="{DD282836-5C35-661F-A4B8-0B1A99A45AD4}"/>
          </ac:spMkLst>
        </pc:spChg>
        <pc:spChg chg="del">
          <ac:chgData name="Brüntrup, Luna Nox Fea" userId="e756c84f-b282-410e-9d44-26088df5a1d0" providerId="ADAL" clId="{6AA40660-2766-4BD1-A74F-821FA76EB466}" dt="2026-01-05T22:27:15.799" v="4188" actId="478"/>
          <ac:spMkLst>
            <pc:docMk/>
            <pc:sldMk cId="2299093528" sldId="2147481849"/>
            <ac:spMk id="10" creationId="{389B1296-9E63-B933-1A17-875C552188EE}"/>
          </ac:spMkLst>
        </pc:spChg>
        <pc:spChg chg="add mod">
          <ac:chgData name="Brüntrup, Luna Nox Fea" userId="e756c84f-b282-410e-9d44-26088df5a1d0" providerId="ADAL" clId="{6AA40660-2766-4BD1-A74F-821FA76EB466}" dt="2026-01-05T22:29:57.981" v="4236" actId="20577"/>
          <ac:spMkLst>
            <pc:docMk/>
            <pc:sldMk cId="2299093528" sldId="2147481849"/>
            <ac:spMk id="11" creationId="{DDB748D2-E25F-2993-D825-B5E7980FAAF2}"/>
          </ac:spMkLst>
        </pc:spChg>
        <pc:picChg chg="add del mod">
          <ac:chgData name="Brüntrup, Luna Nox Fea" userId="e756c84f-b282-410e-9d44-26088df5a1d0" providerId="ADAL" clId="{6AA40660-2766-4BD1-A74F-821FA76EB466}" dt="2026-01-05T22:27:47.745" v="4191" actId="478"/>
          <ac:picMkLst>
            <pc:docMk/>
            <pc:sldMk cId="2299093528" sldId="2147481849"/>
            <ac:picMk id="9" creationId="{FF2298FC-A656-85A0-73AE-936B5B585FC1}"/>
          </ac:picMkLst>
        </pc:picChg>
      </pc:sldChg>
      <pc:sldChg chg="delSp modSp add mod ord">
        <pc:chgData name="Brüntrup, Luna Nox Fea" userId="e756c84f-b282-410e-9d44-26088df5a1d0" providerId="ADAL" clId="{6AA40660-2766-4BD1-A74F-821FA76EB466}" dt="2026-01-06T02:37:39.266" v="10287" actId="478"/>
        <pc:sldMkLst>
          <pc:docMk/>
          <pc:sldMk cId="2424582006" sldId="2147481850"/>
        </pc:sldMkLst>
        <pc:spChg chg="mod">
          <ac:chgData name="Brüntrup, Luna Nox Fea" userId="e756c84f-b282-410e-9d44-26088df5a1d0" providerId="ADAL" clId="{6AA40660-2766-4BD1-A74F-821FA76EB466}" dt="2026-01-05T22:35:18.223" v="4305" actId="20577"/>
          <ac:spMkLst>
            <pc:docMk/>
            <pc:sldMk cId="2424582006" sldId="2147481850"/>
            <ac:spMk id="8" creationId="{B728A33C-5F6E-7180-2257-A559A7187C94}"/>
          </ac:spMkLst>
        </pc:spChg>
        <pc:spChg chg="del">
          <ac:chgData name="Brüntrup, Luna Nox Fea" userId="e756c84f-b282-410e-9d44-26088df5a1d0" providerId="ADAL" clId="{6AA40660-2766-4BD1-A74F-821FA76EB466}" dt="2026-01-06T02:37:39.266" v="10287" actId="478"/>
          <ac:spMkLst>
            <pc:docMk/>
            <pc:sldMk cId="2424582006" sldId="2147481850"/>
            <ac:spMk id="10" creationId="{FDECCB79-031B-132B-2801-65BCB2724633}"/>
          </ac:spMkLst>
        </pc:spChg>
        <pc:spChg chg="del">
          <ac:chgData name="Brüntrup, Luna Nox Fea" userId="e756c84f-b282-410e-9d44-26088df5a1d0" providerId="ADAL" clId="{6AA40660-2766-4BD1-A74F-821FA76EB466}" dt="2026-01-06T02:37:37.704" v="10286" actId="478"/>
          <ac:spMkLst>
            <pc:docMk/>
            <pc:sldMk cId="2424582006" sldId="2147481850"/>
            <ac:spMk id="11" creationId="{0B1E3574-4CBF-CBAE-431E-FAEEDCFA7F80}"/>
          </ac:spMkLst>
        </pc:spChg>
        <pc:spChg chg="mod">
          <ac:chgData name="Brüntrup, Luna Nox Fea" userId="e756c84f-b282-410e-9d44-26088df5a1d0" providerId="ADAL" clId="{6AA40660-2766-4BD1-A74F-821FA76EB466}" dt="2026-01-06T02:34:14.719" v="10228" actId="14100"/>
          <ac:spMkLst>
            <pc:docMk/>
            <pc:sldMk cId="2424582006" sldId="2147481850"/>
            <ac:spMk id="12" creationId="{23E2F88A-8E8C-70C5-FE55-9706BFFBA6C4}"/>
          </ac:spMkLst>
        </pc:spChg>
      </pc:sldChg>
      <pc:sldChg chg="addSp delSp modSp add mod">
        <pc:chgData name="Brüntrup, Luna Nox Fea" userId="e756c84f-b282-410e-9d44-26088df5a1d0" providerId="ADAL" clId="{6AA40660-2766-4BD1-A74F-821FA76EB466}" dt="2026-01-06T02:37:43.269" v="10288" actId="478"/>
        <pc:sldMkLst>
          <pc:docMk/>
          <pc:sldMk cId="2364971072" sldId="2147481851"/>
        </pc:sldMkLst>
        <pc:spChg chg="del">
          <ac:chgData name="Brüntrup, Luna Nox Fea" userId="e756c84f-b282-410e-9d44-26088df5a1d0" providerId="ADAL" clId="{6AA40660-2766-4BD1-A74F-821FA76EB466}" dt="2026-01-05T22:38:11.512" v="4343" actId="478"/>
          <ac:spMkLst>
            <pc:docMk/>
            <pc:sldMk cId="2364971072" sldId="2147481851"/>
            <ac:spMk id="2" creationId="{BEE951C4-AB33-5235-108E-128215E38312}"/>
          </ac:spMkLst>
        </pc:spChg>
        <pc:spChg chg="mod">
          <ac:chgData name="Brüntrup, Luna Nox Fea" userId="e756c84f-b282-410e-9d44-26088df5a1d0" providerId="ADAL" clId="{6AA40660-2766-4BD1-A74F-821FA76EB466}" dt="2026-01-05T22:37:01.201" v="4337" actId="20577"/>
          <ac:spMkLst>
            <pc:docMk/>
            <pc:sldMk cId="2364971072" sldId="2147481851"/>
            <ac:spMk id="3" creationId="{8AC017F5-C98A-4101-0D6B-0250D911EEC9}"/>
          </ac:spMkLst>
        </pc:spChg>
        <pc:spChg chg="del">
          <ac:chgData name="Brüntrup, Luna Nox Fea" userId="e756c84f-b282-410e-9d44-26088df5a1d0" providerId="ADAL" clId="{6AA40660-2766-4BD1-A74F-821FA76EB466}" dt="2026-01-06T02:37:43.269" v="10288" actId="478"/>
          <ac:spMkLst>
            <pc:docMk/>
            <pc:sldMk cId="2364971072" sldId="2147481851"/>
            <ac:spMk id="7" creationId="{EEC15EF2-3F6C-C94A-0DC8-EB69D485577A}"/>
          </ac:spMkLst>
        </pc:spChg>
        <pc:spChg chg="mod">
          <ac:chgData name="Brüntrup, Luna Nox Fea" userId="e756c84f-b282-410e-9d44-26088df5a1d0" providerId="ADAL" clId="{6AA40660-2766-4BD1-A74F-821FA76EB466}" dt="2026-01-06T02:34:05.448" v="10226"/>
          <ac:spMkLst>
            <pc:docMk/>
            <pc:sldMk cId="2364971072" sldId="2147481851"/>
            <ac:spMk id="8" creationId="{74995D6F-6740-1916-8B1B-EA6579A38CEC}"/>
          </ac:spMkLst>
        </pc:spChg>
        <pc:spChg chg="add del mod">
          <ac:chgData name="Brüntrup, Luna Nox Fea" userId="e756c84f-b282-410e-9d44-26088df5a1d0" providerId="ADAL" clId="{6AA40660-2766-4BD1-A74F-821FA76EB466}" dt="2026-01-05T22:38:17.889" v="4346" actId="478"/>
          <ac:spMkLst>
            <pc:docMk/>
            <pc:sldMk cId="2364971072" sldId="2147481851"/>
            <ac:spMk id="9" creationId="{20648E65-5569-85BD-DC71-ABBCF9AAC043}"/>
          </ac:spMkLst>
        </pc:spChg>
        <pc:spChg chg="del">
          <ac:chgData name="Brüntrup, Luna Nox Fea" userId="e756c84f-b282-410e-9d44-26088df5a1d0" providerId="ADAL" clId="{6AA40660-2766-4BD1-A74F-821FA76EB466}" dt="2026-01-05T22:38:13.611" v="4344" actId="478"/>
          <ac:spMkLst>
            <pc:docMk/>
            <pc:sldMk cId="2364971072" sldId="2147481851"/>
            <ac:spMk id="10" creationId="{995F694A-C88A-0BBE-FEC8-966C8DE19FD5}"/>
          </ac:spMkLst>
        </pc:spChg>
        <pc:spChg chg="add del mod">
          <ac:chgData name="Brüntrup, Luna Nox Fea" userId="e756c84f-b282-410e-9d44-26088df5a1d0" providerId="ADAL" clId="{6AA40660-2766-4BD1-A74F-821FA76EB466}" dt="2026-01-05T22:38:16.663" v="4345" actId="478"/>
          <ac:spMkLst>
            <pc:docMk/>
            <pc:sldMk cId="2364971072" sldId="2147481851"/>
            <ac:spMk id="12" creationId="{5CD89F09-EF4A-8E75-5537-C151BC2931B9}"/>
          </ac:spMkLst>
        </pc:spChg>
        <pc:picChg chg="add mod">
          <ac:chgData name="Brüntrup, Luna Nox Fea" userId="e756c84f-b282-410e-9d44-26088df5a1d0" providerId="ADAL" clId="{6AA40660-2766-4BD1-A74F-821FA76EB466}" dt="2026-01-05T22:38:21.753" v="4347" actId="1076"/>
          <ac:picMkLst>
            <pc:docMk/>
            <pc:sldMk cId="2364971072" sldId="2147481851"/>
            <ac:picMk id="5" creationId="{ABE34B56-4343-297A-756C-CCF9F6738B93}"/>
          </ac:picMkLst>
        </pc:picChg>
      </pc:sldChg>
      <pc:sldChg chg="addSp delSp modSp add mod ord">
        <pc:chgData name="Brüntrup, Luna Nox Fea" userId="e756c84f-b282-410e-9d44-26088df5a1d0" providerId="ADAL" clId="{6AA40660-2766-4BD1-A74F-821FA76EB466}" dt="2026-01-06T02:34:17.856" v="10229"/>
        <pc:sldMkLst>
          <pc:docMk/>
          <pc:sldMk cId="1197734483" sldId="2147481852"/>
        </pc:sldMkLst>
        <pc:spChg chg="del">
          <ac:chgData name="Brüntrup, Luna Nox Fea" userId="e756c84f-b282-410e-9d44-26088df5a1d0" providerId="ADAL" clId="{6AA40660-2766-4BD1-A74F-821FA76EB466}" dt="2026-01-05T22:30:17.086" v="4242" actId="478"/>
          <ac:spMkLst>
            <pc:docMk/>
            <pc:sldMk cId="1197734483" sldId="2147481852"/>
            <ac:spMk id="2" creationId="{570F194A-86D3-80F0-EAE0-05A1A3E48518}"/>
          </ac:spMkLst>
        </pc:spChg>
        <pc:spChg chg="del">
          <ac:chgData name="Brüntrup, Luna Nox Fea" userId="e756c84f-b282-410e-9d44-26088df5a1d0" providerId="ADAL" clId="{6AA40660-2766-4BD1-A74F-821FA76EB466}" dt="2026-01-05T22:30:13.428" v="4240" actId="478"/>
          <ac:spMkLst>
            <pc:docMk/>
            <pc:sldMk cId="1197734483" sldId="2147481852"/>
            <ac:spMk id="3" creationId="{D7580D6C-F3EF-D6DD-9194-136387A6086D}"/>
          </ac:spMkLst>
        </pc:spChg>
        <pc:spChg chg="add del mod">
          <ac:chgData name="Brüntrup, Luna Nox Fea" userId="e756c84f-b282-410e-9d44-26088df5a1d0" providerId="ADAL" clId="{6AA40660-2766-4BD1-A74F-821FA76EB466}" dt="2026-01-05T22:30:15.491" v="4241" actId="478"/>
          <ac:spMkLst>
            <pc:docMk/>
            <pc:sldMk cId="1197734483" sldId="2147481852"/>
            <ac:spMk id="5" creationId="{B201EA55-AA4D-A3C5-8C9C-8B216A896584}"/>
          </ac:spMkLst>
        </pc:spChg>
        <pc:spChg chg="del">
          <ac:chgData name="Brüntrup, Luna Nox Fea" userId="e756c84f-b282-410e-9d44-26088df5a1d0" providerId="ADAL" clId="{6AA40660-2766-4BD1-A74F-821FA76EB466}" dt="2026-01-05T22:30:41.868" v="4249" actId="478"/>
          <ac:spMkLst>
            <pc:docMk/>
            <pc:sldMk cId="1197734483" sldId="2147481852"/>
            <ac:spMk id="7" creationId="{EF59A13E-A71D-F9CA-185B-096414077BE4}"/>
          </ac:spMkLst>
        </pc:spChg>
        <pc:spChg chg="mod">
          <ac:chgData name="Brüntrup, Luna Nox Fea" userId="e756c84f-b282-410e-9d44-26088df5a1d0" providerId="ADAL" clId="{6AA40660-2766-4BD1-A74F-821FA76EB466}" dt="2026-01-06T02:34:17.856" v="10229"/>
          <ac:spMkLst>
            <pc:docMk/>
            <pc:sldMk cId="1197734483" sldId="2147481852"/>
            <ac:spMk id="8" creationId="{34433A7E-8D74-8152-7C28-1C5E947F5242}"/>
          </ac:spMkLst>
        </pc:spChg>
        <pc:spChg chg="add del mod">
          <ac:chgData name="Brüntrup, Luna Nox Fea" userId="e756c84f-b282-410e-9d44-26088df5a1d0" providerId="ADAL" clId="{6AA40660-2766-4BD1-A74F-821FA76EB466}" dt="2026-01-05T22:30:20.643" v="4245" actId="478"/>
          <ac:spMkLst>
            <pc:docMk/>
            <pc:sldMk cId="1197734483" sldId="2147481852"/>
            <ac:spMk id="9" creationId="{F8AA5C29-9608-B5FC-BEFB-EE0FB8A56366}"/>
          </ac:spMkLst>
        </pc:spChg>
        <pc:spChg chg="del">
          <ac:chgData name="Brüntrup, Luna Nox Fea" userId="e756c84f-b282-410e-9d44-26088df5a1d0" providerId="ADAL" clId="{6AA40660-2766-4BD1-A74F-821FA76EB466}" dt="2026-01-05T22:30:18.460" v="4243" actId="478"/>
          <ac:spMkLst>
            <pc:docMk/>
            <pc:sldMk cId="1197734483" sldId="2147481852"/>
            <ac:spMk id="10" creationId="{6BD157ED-1C31-0884-BADB-85FA2ECCA09B}"/>
          </ac:spMkLst>
        </pc:spChg>
        <pc:spChg chg="add del mod">
          <ac:chgData name="Brüntrup, Luna Nox Fea" userId="e756c84f-b282-410e-9d44-26088df5a1d0" providerId="ADAL" clId="{6AA40660-2766-4BD1-A74F-821FA76EB466}" dt="2026-01-05T22:30:19.738" v="4244" actId="478"/>
          <ac:spMkLst>
            <pc:docMk/>
            <pc:sldMk cId="1197734483" sldId="2147481852"/>
            <ac:spMk id="12" creationId="{0E6E55FA-247E-629F-9BFD-ADA2B0D90C29}"/>
          </ac:spMkLst>
        </pc:spChg>
        <pc:spChg chg="add mod">
          <ac:chgData name="Brüntrup, Luna Nox Fea" userId="e756c84f-b282-410e-9d44-26088df5a1d0" providerId="ADAL" clId="{6AA40660-2766-4BD1-A74F-821FA76EB466}" dt="2026-01-05T22:31:06.451" v="4252" actId="1076"/>
          <ac:spMkLst>
            <pc:docMk/>
            <pc:sldMk cId="1197734483" sldId="2147481852"/>
            <ac:spMk id="15" creationId="{7B0215DA-D16C-DE87-E00C-9D31C4B95A1B}"/>
          </ac:spMkLst>
        </pc:spChg>
        <pc:spChg chg="add mod">
          <ac:chgData name="Brüntrup, Luna Nox Fea" userId="e756c84f-b282-410e-9d44-26088df5a1d0" providerId="ADAL" clId="{6AA40660-2766-4BD1-A74F-821FA76EB466}" dt="2026-01-05T22:34:11.746" v="4289" actId="20577"/>
          <ac:spMkLst>
            <pc:docMk/>
            <pc:sldMk cId="1197734483" sldId="2147481852"/>
            <ac:spMk id="16" creationId="{5544DC91-57E1-763F-55EC-6512310F27E1}"/>
          </ac:spMkLst>
        </pc:spChg>
        <pc:picChg chg="add mod">
          <ac:chgData name="Brüntrup, Luna Nox Fea" userId="e756c84f-b282-410e-9d44-26088df5a1d0" providerId="ADAL" clId="{6AA40660-2766-4BD1-A74F-821FA76EB466}" dt="2026-01-05T22:30:46.928" v="4250" actId="1076"/>
          <ac:picMkLst>
            <pc:docMk/>
            <pc:sldMk cId="1197734483" sldId="2147481852"/>
            <ac:picMk id="14" creationId="{0DC87BC0-2F8C-4CF1-1C07-4D0B91AD4CC8}"/>
          </ac:picMkLst>
        </pc:picChg>
      </pc:sldChg>
      <pc:sldChg chg="modSp add mod ord">
        <pc:chgData name="Brüntrup, Luna Nox Fea" userId="e756c84f-b282-410e-9d44-26088df5a1d0" providerId="ADAL" clId="{6AA40660-2766-4BD1-A74F-821FA76EB466}" dt="2026-01-06T02:33:19.676" v="10212" actId="14100"/>
        <pc:sldMkLst>
          <pc:docMk/>
          <pc:sldMk cId="3006082538" sldId="2147481853"/>
        </pc:sldMkLst>
        <pc:spChg chg="mod">
          <ac:chgData name="Brüntrup, Luna Nox Fea" userId="e756c84f-b282-410e-9d44-26088df5a1d0" providerId="ADAL" clId="{6AA40660-2766-4BD1-A74F-821FA76EB466}" dt="2026-01-05T23:59:51.054" v="5809" actId="20577"/>
          <ac:spMkLst>
            <pc:docMk/>
            <pc:sldMk cId="3006082538" sldId="2147481853"/>
            <ac:spMk id="8" creationId="{B95EA6DE-8734-6DD7-FDFC-CFC8C5E8EBBC}"/>
          </ac:spMkLst>
        </pc:spChg>
        <pc:spChg chg="mod">
          <ac:chgData name="Brüntrup, Luna Nox Fea" userId="e756c84f-b282-410e-9d44-26088df5a1d0" providerId="ADAL" clId="{6AA40660-2766-4BD1-A74F-821FA76EB466}" dt="2026-01-06T02:33:19.676" v="10212" actId="14100"/>
          <ac:spMkLst>
            <pc:docMk/>
            <pc:sldMk cId="3006082538" sldId="2147481853"/>
            <ac:spMk id="12" creationId="{D7305A4A-30C2-EF07-E864-47C0F9AD4152}"/>
          </ac:spMkLst>
        </pc:spChg>
      </pc:sldChg>
      <pc:sldChg chg="addSp delSp modSp add mod">
        <pc:chgData name="Brüntrup, Luna Nox Fea" userId="e756c84f-b282-410e-9d44-26088df5a1d0" providerId="ADAL" clId="{6AA40660-2766-4BD1-A74F-821FA76EB466}" dt="2026-01-06T02:38:25.116" v="10302" actId="478"/>
        <pc:sldMkLst>
          <pc:docMk/>
          <pc:sldMk cId="1823854446" sldId="2147481854"/>
        </pc:sldMkLst>
        <pc:spChg chg="del">
          <ac:chgData name="Brüntrup, Luna Nox Fea" userId="e756c84f-b282-410e-9d44-26088df5a1d0" providerId="ADAL" clId="{6AA40660-2766-4BD1-A74F-821FA76EB466}" dt="2026-01-05T23:49:49.857" v="5513" actId="478"/>
          <ac:spMkLst>
            <pc:docMk/>
            <pc:sldMk cId="1823854446" sldId="2147481854"/>
            <ac:spMk id="2" creationId="{2E304267-5FB2-0D84-4C8C-A4133006DDC9}"/>
          </ac:spMkLst>
        </pc:spChg>
        <pc:spChg chg="mod">
          <ac:chgData name="Brüntrup, Luna Nox Fea" userId="e756c84f-b282-410e-9d44-26088df5a1d0" providerId="ADAL" clId="{6AA40660-2766-4BD1-A74F-821FA76EB466}" dt="2026-01-05T23:43:55.145" v="5510" actId="14100"/>
          <ac:spMkLst>
            <pc:docMk/>
            <pc:sldMk cId="1823854446" sldId="2147481854"/>
            <ac:spMk id="3" creationId="{A7340B33-BF3A-D674-3D34-6078967A6EE1}"/>
          </ac:spMkLst>
        </pc:spChg>
        <pc:spChg chg="add del mod">
          <ac:chgData name="Brüntrup, Luna Nox Fea" userId="e756c84f-b282-410e-9d44-26088df5a1d0" providerId="ADAL" clId="{6AA40660-2766-4BD1-A74F-821FA76EB466}" dt="2026-01-05T23:49:50.769" v="5514" actId="478"/>
          <ac:spMkLst>
            <pc:docMk/>
            <pc:sldMk cId="1823854446" sldId="2147481854"/>
            <ac:spMk id="5" creationId="{91E7AE48-0838-EED9-31EA-615149B02CC2}"/>
          </ac:spMkLst>
        </pc:spChg>
        <pc:spChg chg="del">
          <ac:chgData name="Brüntrup, Luna Nox Fea" userId="e756c84f-b282-410e-9d44-26088df5a1d0" providerId="ADAL" clId="{6AA40660-2766-4BD1-A74F-821FA76EB466}" dt="2026-01-06T02:38:25.116" v="10302" actId="478"/>
          <ac:spMkLst>
            <pc:docMk/>
            <pc:sldMk cId="1823854446" sldId="2147481854"/>
            <ac:spMk id="7" creationId="{8A7EDADA-96AF-23AC-4A4D-E22E71C39704}"/>
          </ac:spMkLst>
        </pc:spChg>
        <pc:spChg chg="mod">
          <ac:chgData name="Brüntrup, Luna Nox Fea" userId="e756c84f-b282-410e-9d44-26088df5a1d0" providerId="ADAL" clId="{6AA40660-2766-4BD1-A74F-821FA76EB466}" dt="2026-01-06T02:33:23.920" v="10213"/>
          <ac:spMkLst>
            <pc:docMk/>
            <pc:sldMk cId="1823854446" sldId="2147481854"/>
            <ac:spMk id="8" creationId="{72552014-B545-7E4A-9DBA-08990EBC5161}"/>
          </ac:spMkLst>
        </pc:spChg>
        <pc:spChg chg="mod">
          <ac:chgData name="Brüntrup, Luna Nox Fea" userId="e756c84f-b282-410e-9d44-26088df5a1d0" providerId="ADAL" clId="{6AA40660-2766-4BD1-A74F-821FA76EB466}" dt="2026-01-05T23:59:27.952" v="5791" actId="15"/>
          <ac:spMkLst>
            <pc:docMk/>
            <pc:sldMk cId="1823854446" sldId="2147481854"/>
            <ac:spMk id="10" creationId="{08C0EAEE-F0F5-D6D4-A7F9-B700EE913EBF}"/>
          </ac:spMkLst>
        </pc:spChg>
      </pc:sldChg>
      <pc:sldChg chg="addSp delSp modSp add mod">
        <pc:chgData name="Brüntrup, Luna Nox Fea" userId="e756c84f-b282-410e-9d44-26088df5a1d0" providerId="ADAL" clId="{6AA40660-2766-4BD1-A74F-821FA76EB466}" dt="2026-01-06T02:37:56.496" v="10292" actId="478"/>
        <pc:sldMkLst>
          <pc:docMk/>
          <pc:sldMk cId="3687085298" sldId="2147481855"/>
        </pc:sldMkLst>
        <pc:spChg chg="del">
          <ac:chgData name="Brüntrup, Luna Nox Fea" userId="e756c84f-b282-410e-9d44-26088df5a1d0" providerId="ADAL" clId="{6AA40660-2766-4BD1-A74F-821FA76EB466}" dt="2026-01-05T22:46:04.513" v="4495" actId="478"/>
          <ac:spMkLst>
            <pc:docMk/>
            <pc:sldMk cId="3687085298" sldId="2147481855"/>
            <ac:spMk id="2" creationId="{A167E173-48F1-8A2F-8CE1-8B7FAB3B59D5}"/>
          </ac:spMkLst>
        </pc:spChg>
        <pc:spChg chg="mod">
          <ac:chgData name="Brüntrup, Luna Nox Fea" userId="e756c84f-b282-410e-9d44-26088df5a1d0" providerId="ADAL" clId="{6AA40660-2766-4BD1-A74F-821FA76EB466}" dt="2026-01-05T22:45:51.902" v="4492" actId="20577"/>
          <ac:spMkLst>
            <pc:docMk/>
            <pc:sldMk cId="3687085298" sldId="2147481855"/>
            <ac:spMk id="3" creationId="{263234A2-22D9-C0F1-9F3F-2D92EC54919F}"/>
          </ac:spMkLst>
        </pc:spChg>
        <pc:spChg chg="add del mod">
          <ac:chgData name="Brüntrup, Luna Nox Fea" userId="e756c84f-b282-410e-9d44-26088df5a1d0" providerId="ADAL" clId="{6AA40660-2766-4BD1-A74F-821FA76EB466}" dt="2026-01-05T22:46:02.994" v="4494" actId="478"/>
          <ac:spMkLst>
            <pc:docMk/>
            <pc:sldMk cId="3687085298" sldId="2147481855"/>
            <ac:spMk id="5" creationId="{DD51E472-4620-4B3D-6001-D1DD0F283255}"/>
          </ac:spMkLst>
        </pc:spChg>
        <pc:spChg chg="del">
          <ac:chgData name="Brüntrup, Luna Nox Fea" userId="e756c84f-b282-410e-9d44-26088df5a1d0" providerId="ADAL" clId="{6AA40660-2766-4BD1-A74F-821FA76EB466}" dt="2026-01-06T02:37:56.496" v="10292" actId="478"/>
          <ac:spMkLst>
            <pc:docMk/>
            <pc:sldMk cId="3687085298" sldId="2147481855"/>
            <ac:spMk id="7" creationId="{F31FF3A2-9158-68F1-A707-B7991A05035B}"/>
          </ac:spMkLst>
        </pc:spChg>
        <pc:spChg chg="mod">
          <ac:chgData name="Brüntrup, Luna Nox Fea" userId="e756c84f-b282-410e-9d44-26088df5a1d0" providerId="ADAL" clId="{6AA40660-2766-4BD1-A74F-821FA76EB466}" dt="2026-01-06T02:33:55.573" v="10222"/>
          <ac:spMkLst>
            <pc:docMk/>
            <pc:sldMk cId="3687085298" sldId="2147481855"/>
            <ac:spMk id="8" creationId="{1EE82A8F-35A4-9972-B15B-F35DECF9B34D}"/>
          </ac:spMkLst>
        </pc:spChg>
        <pc:spChg chg="add del mod">
          <ac:chgData name="Brüntrup, Luna Nox Fea" userId="e756c84f-b282-410e-9d44-26088df5a1d0" providerId="ADAL" clId="{6AA40660-2766-4BD1-A74F-821FA76EB466}" dt="2026-01-05T22:46:06.348" v="4496" actId="478"/>
          <ac:spMkLst>
            <pc:docMk/>
            <pc:sldMk cId="3687085298" sldId="2147481855"/>
            <ac:spMk id="9" creationId="{B88A8631-DBA1-5AAF-4B9D-452A72D05A49}"/>
          </ac:spMkLst>
        </pc:spChg>
        <pc:spChg chg="del">
          <ac:chgData name="Brüntrup, Luna Nox Fea" userId="e756c84f-b282-410e-9d44-26088df5a1d0" providerId="ADAL" clId="{6AA40660-2766-4BD1-A74F-821FA76EB466}" dt="2026-01-05T22:46:00.549" v="4493" actId="478"/>
          <ac:spMkLst>
            <pc:docMk/>
            <pc:sldMk cId="3687085298" sldId="2147481855"/>
            <ac:spMk id="10" creationId="{DB8FE289-0847-F155-A409-EE3F8541812C}"/>
          </ac:spMkLst>
        </pc:spChg>
        <pc:spChg chg="add mod">
          <ac:chgData name="Brüntrup, Luna Nox Fea" userId="e756c84f-b282-410e-9d44-26088df5a1d0" providerId="ADAL" clId="{6AA40660-2766-4BD1-A74F-821FA76EB466}" dt="2026-01-05T22:56:29.015" v="4718" actId="1076"/>
          <ac:spMkLst>
            <pc:docMk/>
            <pc:sldMk cId="3687085298" sldId="2147481855"/>
            <ac:spMk id="17" creationId="{10C803F9-89A9-5E26-F60E-165812960500}"/>
          </ac:spMkLst>
        </pc:spChg>
        <pc:spChg chg="add del mod">
          <ac:chgData name="Brüntrup, Luna Nox Fea" userId="e756c84f-b282-410e-9d44-26088df5a1d0" providerId="ADAL" clId="{6AA40660-2766-4BD1-A74F-821FA76EB466}" dt="2026-01-05T22:48:55.498" v="4564" actId="478"/>
          <ac:spMkLst>
            <pc:docMk/>
            <pc:sldMk cId="3687085298" sldId="2147481855"/>
            <ac:spMk id="18" creationId="{89DD2CAB-8182-21AF-EA08-C5851F0146FD}"/>
          </ac:spMkLst>
        </pc:spChg>
        <pc:spChg chg="add mod">
          <ac:chgData name="Brüntrup, Luna Nox Fea" userId="e756c84f-b282-410e-9d44-26088df5a1d0" providerId="ADAL" clId="{6AA40660-2766-4BD1-A74F-821FA76EB466}" dt="2026-01-05T22:56:19.188" v="4716" actId="14100"/>
          <ac:spMkLst>
            <pc:docMk/>
            <pc:sldMk cId="3687085298" sldId="2147481855"/>
            <ac:spMk id="19" creationId="{47FB6306-DD7D-E0A8-8033-14CB025168CD}"/>
          </ac:spMkLst>
        </pc:spChg>
        <pc:spChg chg="add">
          <ac:chgData name="Brüntrup, Luna Nox Fea" userId="e756c84f-b282-410e-9d44-26088df5a1d0" providerId="ADAL" clId="{6AA40660-2766-4BD1-A74F-821FA76EB466}" dt="2026-01-05T22:53:31.946" v="4567"/>
          <ac:spMkLst>
            <pc:docMk/>
            <pc:sldMk cId="3687085298" sldId="2147481855"/>
            <ac:spMk id="20" creationId="{BD203F78-CB42-C6FA-5898-94D984DB7581}"/>
          </ac:spMkLst>
        </pc:spChg>
        <pc:picChg chg="add mod">
          <ac:chgData name="Brüntrup, Luna Nox Fea" userId="e756c84f-b282-410e-9d44-26088df5a1d0" providerId="ADAL" clId="{6AA40660-2766-4BD1-A74F-821FA76EB466}" dt="2026-01-05T22:56:26.008" v="4717" actId="1076"/>
          <ac:picMkLst>
            <pc:docMk/>
            <pc:sldMk cId="3687085298" sldId="2147481855"/>
            <ac:picMk id="12" creationId="{47989E5B-4088-D5D5-4BC7-BA525BF117E2}"/>
          </ac:picMkLst>
        </pc:picChg>
        <pc:picChg chg="add del mod">
          <ac:chgData name="Brüntrup, Luna Nox Fea" userId="e756c84f-b282-410e-9d44-26088df5a1d0" providerId="ADAL" clId="{6AA40660-2766-4BD1-A74F-821FA76EB466}" dt="2026-01-05T22:48:49.668" v="4563" actId="478"/>
          <ac:picMkLst>
            <pc:docMk/>
            <pc:sldMk cId="3687085298" sldId="2147481855"/>
            <ac:picMk id="14" creationId="{4E1DD592-F724-D0F8-7BD1-CAB44C8B31D5}"/>
          </ac:picMkLst>
        </pc:picChg>
        <pc:picChg chg="add del mod">
          <ac:chgData name="Brüntrup, Luna Nox Fea" userId="e756c84f-b282-410e-9d44-26088df5a1d0" providerId="ADAL" clId="{6AA40660-2766-4BD1-A74F-821FA76EB466}" dt="2026-01-05T22:48:49.003" v="4562" actId="478"/>
          <ac:picMkLst>
            <pc:docMk/>
            <pc:sldMk cId="3687085298" sldId="2147481855"/>
            <ac:picMk id="16" creationId="{FC6DB675-B935-70FF-8D42-899B88451AB1}"/>
          </ac:picMkLst>
        </pc:picChg>
      </pc:sldChg>
      <pc:sldChg chg="delSp modSp add mod ord">
        <pc:chgData name="Brüntrup, Luna Nox Fea" userId="e756c84f-b282-410e-9d44-26088df5a1d0" providerId="ADAL" clId="{6AA40660-2766-4BD1-A74F-821FA76EB466}" dt="2026-01-06T02:37:53.539" v="10291" actId="478"/>
        <pc:sldMkLst>
          <pc:docMk/>
          <pc:sldMk cId="3574643954" sldId="2147481856"/>
        </pc:sldMkLst>
        <pc:spChg chg="mod">
          <ac:chgData name="Brüntrup, Luna Nox Fea" userId="e756c84f-b282-410e-9d44-26088df5a1d0" providerId="ADAL" clId="{6AA40660-2766-4BD1-A74F-821FA76EB466}" dt="2026-01-05T22:42:34.801" v="4424" actId="20577"/>
          <ac:spMkLst>
            <pc:docMk/>
            <pc:sldMk cId="3574643954" sldId="2147481856"/>
            <ac:spMk id="8" creationId="{A9D50BE7-F2BE-89C5-4940-F643760C4F1A}"/>
          </ac:spMkLst>
        </pc:spChg>
        <pc:spChg chg="del">
          <ac:chgData name="Brüntrup, Luna Nox Fea" userId="e756c84f-b282-410e-9d44-26088df5a1d0" providerId="ADAL" clId="{6AA40660-2766-4BD1-A74F-821FA76EB466}" dt="2026-01-06T02:37:53.539" v="10291" actId="478"/>
          <ac:spMkLst>
            <pc:docMk/>
            <pc:sldMk cId="3574643954" sldId="2147481856"/>
            <ac:spMk id="10" creationId="{3D84D92C-74F3-AFF8-7C4F-6BF73E08E9C7}"/>
          </ac:spMkLst>
        </pc:spChg>
        <pc:spChg chg="del">
          <ac:chgData name="Brüntrup, Luna Nox Fea" userId="e756c84f-b282-410e-9d44-26088df5a1d0" providerId="ADAL" clId="{6AA40660-2766-4BD1-A74F-821FA76EB466}" dt="2026-01-06T02:37:51.627" v="10290" actId="478"/>
          <ac:spMkLst>
            <pc:docMk/>
            <pc:sldMk cId="3574643954" sldId="2147481856"/>
            <ac:spMk id="11" creationId="{A2FF9A12-16AA-69E3-512F-CCDA338BC7FE}"/>
          </ac:spMkLst>
        </pc:spChg>
        <pc:spChg chg="mod">
          <ac:chgData name="Brüntrup, Luna Nox Fea" userId="e756c84f-b282-410e-9d44-26088df5a1d0" providerId="ADAL" clId="{6AA40660-2766-4BD1-A74F-821FA76EB466}" dt="2026-01-06T02:33:59.874" v="10224" actId="14100"/>
          <ac:spMkLst>
            <pc:docMk/>
            <pc:sldMk cId="3574643954" sldId="2147481856"/>
            <ac:spMk id="12" creationId="{B53188E8-7A9E-28B6-F320-BEC94F299593}"/>
          </ac:spMkLst>
        </pc:spChg>
      </pc:sldChg>
      <pc:sldChg chg="addSp delSp modSp add mod">
        <pc:chgData name="Brüntrup, Luna Nox Fea" userId="e756c84f-b282-410e-9d44-26088df5a1d0" providerId="ADAL" clId="{6AA40660-2766-4BD1-A74F-821FA76EB466}" dt="2026-01-06T02:38:00.766" v="10293" actId="478"/>
        <pc:sldMkLst>
          <pc:docMk/>
          <pc:sldMk cId="1094150608" sldId="2147481857"/>
        </pc:sldMkLst>
        <pc:spChg chg="mod">
          <ac:chgData name="Brüntrup, Luna Nox Fea" userId="e756c84f-b282-410e-9d44-26088df5a1d0" providerId="ADAL" clId="{6AA40660-2766-4BD1-A74F-821FA76EB466}" dt="2026-01-05T22:57:59.672" v="4790" actId="14100"/>
          <ac:spMkLst>
            <pc:docMk/>
            <pc:sldMk cId="1094150608" sldId="2147481857"/>
            <ac:spMk id="2" creationId="{526B99CE-CC3A-141E-06A0-88963B8C0F6A}"/>
          </ac:spMkLst>
        </pc:spChg>
        <pc:spChg chg="mod">
          <ac:chgData name="Brüntrup, Luna Nox Fea" userId="e756c84f-b282-410e-9d44-26088df5a1d0" providerId="ADAL" clId="{6AA40660-2766-4BD1-A74F-821FA76EB466}" dt="2026-01-05T22:57:09.223" v="4746" actId="20577"/>
          <ac:spMkLst>
            <pc:docMk/>
            <pc:sldMk cId="1094150608" sldId="2147481857"/>
            <ac:spMk id="3" creationId="{3CD372B1-EEE3-323D-7B61-6219473620EC}"/>
          </ac:spMkLst>
        </pc:spChg>
        <pc:spChg chg="add del mod">
          <ac:chgData name="Brüntrup, Luna Nox Fea" userId="e756c84f-b282-410e-9d44-26088df5a1d0" providerId="ADAL" clId="{6AA40660-2766-4BD1-A74F-821FA76EB466}" dt="2026-01-05T22:58:04.742" v="4792" actId="478"/>
          <ac:spMkLst>
            <pc:docMk/>
            <pc:sldMk cId="1094150608" sldId="2147481857"/>
            <ac:spMk id="5" creationId="{8C7B68B5-1DB4-C1E0-405E-45A620B03B0E}"/>
          </ac:spMkLst>
        </pc:spChg>
        <pc:spChg chg="del">
          <ac:chgData name="Brüntrup, Luna Nox Fea" userId="e756c84f-b282-410e-9d44-26088df5a1d0" providerId="ADAL" clId="{6AA40660-2766-4BD1-A74F-821FA76EB466}" dt="2026-01-06T02:38:00.766" v="10293" actId="478"/>
          <ac:spMkLst>
            <pc:docMk/>
            <pc:sldMk cId="1094150608" sldId="2147481857"/>
            <ac:spMk id="7" creationId="{2E43E2DC-82F3-86F2-23E9-E26E21521C48}"/>
          </ac:spMkLst>
        </pc:spChg>
        <pc:spChg chg="mod">
          <ac:chgData name="Brüntrup, Luna Nox Fea" userId="e756c84f-b282-410e-9d44-26088df5a1d0" providerId="ADAL" clId="{6AA40660-2766-4BD1-A74F-821FA76EB466}" dt="2026-01-06T02:33:50.959" v="10221"/>
          <ac:spMkLst>
            <pc:docMk/>
            <pc:sldMk cId="1094150608" sldId="2147481857"/>
            <ac:spMk id="8" creationId="{F42799E0-A949-6388-58B8-852D7719D643}"/>
          </ac:spMkLst>
        </pc:spChg>
        <pc:spChg chg="del">
          <ac:chgData name="Brüntrup, Luna Nox Fea" userId="e756c84f-b282-410e-9d44-26088df5a1d0" providerId="ADAL" clId="{6AA40660-2766-4BD1-A74F-821FA76EB466}" dt="2026-01-05T22:58:02.229" v="4791" actId="478"/>
          <ac:spMkLst>
            <pc:docMk/>
            <pc:sldMk cId="1094150608" sldId="2147481857"/>
            <ac:spMk id="10" creationId="{33FF252C-5034-2B6A-A354-EB8A80DA792A}"/>
          </ac:spMkLst>
        </pc:spChg>
        <pc:picChg chg="add mod">
          <ac:chgData name="Brüntrup, Luna Nox Fea" userId="e756c84f-b282-410e-9d44-26088df5a1d0" providerId="ADAL" clId="{6AA40660-2766-4BD1-A74F-821FA76EB466}" dt="2026-01-05T22:58:24.555" v="4797" actId="1076"/>
          <ac:picMkLst>
            <pc:docMk/>
            <pc:sldMk cId="1094150608" sldId="2147481857"/>
            <ac:picMk id="9" creationId="{E0339F51-77E9-DA63-3E49-83BFD4BFC7EE}"/>
          </ac:picMkLst>
        </pc:picChg>
        <pc:picChg chg="add mod">
          <ac:chgData name="Brüntrup, Luna Nox Fea" userId="e756c84f-b282-410e-9d44-26088df5a1d0" providerId="ADAL" clId="{6AA40660-2766-4BD1-A74F-821FA76EB466}" dt="2026-01-05T22:58:30.825" v="4799" actId="1076"/>
          <ac:picMkLst>
            <pc:docMk/>
            <pc:sldMk cId="1094150608" sldId="2147481857"/>
            <ac:picMk id="12" creationId="{0B7DF730-9AC9-4F5F-88E8-BA928FABFE31}"/>
          </ac:picMkLst>
        </pc:picChg>
      </pc:sldChg>
      <pc:sldChg chg="addSp delSp modSp add mod">
        <pc:chgData name="Brüntrup, Luna Nox Fea" userId="e756c84f-b282-410e-9d44-26088df5a1d0" providerId="ADAL" clId="{6AA40660-2766-4BD1-A74F-821FA76EB466}" dt="2026-01-06T02:38:03.593" v="10294" actId="478"/>
        <pc:sldMkLst>
          <pc:docMk/>
          <pc:sldMk cId="99629194" sldId="2147481858"/>
        </pc:sldMkLst>
        <pc:spChg chg="del">
          <ac:chgData name="Brüntrup, Luna Nox Fea" userId="e756c84f-b282-410e-9d44-26088df5a1d0" providerId="ADAL" clId="{6AA40660-2766-4BD1-A74F-821FA76EB466}" dt="2026-01-05T23:00:17.674" v="4804" actId="478"/>
          <ac:spMkLst>
            <pc:docMk/>
            <pc:sldMk cId="99629194" sldId="2147481858"/>
            <ac:spMk id="2" creationId="{9F17E5C7-9ADE-C7F3-64FE-5790A73051BC}"/>
          </ac:spMkLst>
        </pc:spChg>
        <pc:spChg chg="mod">
          <ac:chgData name="Brüntrup, Luna Nox Fea" userId="e756c84f-b282-410e-9d44-26088df5a1d0" providerId="ADAL" clId="{6AA40660-2766-4BD1-A74F-821FA76EB466}" dt="2026-01-05T23:00:13.383" v="4801"/>
          <ac:spMkLst>
            <pc:docMk/>
            <pc:sldMk cId="99629194" sldId="2147481858"/>
            <ac:spMk id="3" creationId="{70BB5AAA-62E8-AD20-19B5-BCBBF174ADA0}"/>
          </ac:spMkLst>
        </pc:spChg>
        <pc:spChg chg="add del mod">
          <ac:chgData name="Brüntrup, Luna Nox Fea" userId="e756c84f-b282-410e-9d44-26088df5a1d0" providerId="ADAL" clId="{6AA40660-2766-4BD1-A74F-821FA76EB466}" dt="2026-01-05T23:00:16.621" v="4803" actId="478"/>
          <ac:spMkLst>
            <pc:docMk/>
            <pc:sldMk cId="99629194" sldId="2147481858"/>
            <ac:spMk id="5" creationId="{6AE681B1-61FD-4CDD-C8C9-6CC4C75ABBD0}"/>
          </ac:spMkLst>
        </pc:spChg>
        <pc:spChg chg="del">
          <ac:chgData name="Brüntrup, Luna Nox Fea" userId="e756c84f-b282-410e-9d44-26088df5a1d0" providerId="ADAL" clId="{6AA40660-2766-4BD1-A74F-821FA76EB466}" dt="2026-01-06T02:38:03.593" v="10294" actId="478"/>
          <ac:spMkLst>
            <pc:docMk/>
            <pc:sldMk cId="99629194" sldId="2147481858"/>
            <ac:spMk id="7" creationId="{D19BB84F-E3AF-2A04-4353-9FFD33C60AB1}"/>
          </ac:spMkLst>
        </pc:spChg>
        <pc:spChg chg="mod">
          <ac:chgData name="Brüntrup, Luna Nox Fea" userId="e756c84f-b282-410e-9d44-26088df5a1d0" providerId="ADAL" clId="{6AA40660-2766-4BD1-A74F-821FA76EB466}" dt="2026-01-06T02:33:47.374" v="10220"/>
          <ac:spMkLst>
            <pc:docMk/>
            <pc:sldMk cId="99629194" sldId="2147481858"/>
            <ac:spMk id="8" creationId="{CA4CA12E-8792-2B6C-A497-CCC44F7057A2}"/>
          </ac:spMkLst>
        </pc:spChg>
        <pc:spChg chg="add del mod">
          <ac:chgData name="Brüntrup, Luna Nox Fea" userId="e756c84f-b282-410e-9d44-26088df5a1d0" providerId="ADAL" clId="{6AA40660-2766-4BD1-A74F-821FA76EB466}" dt="2026-01-05T23:00:18.217" v="4805" actId="478"/>
          <ac:spMkLst>
            <pc:docMk/>
            <pc:sldMk cId="99629194" sldId="2147481858"/>
            <ac:spMk id="9" creationId="{BD41AD40-EA57-8558-861F-E91A73C59043}"/>
          </ac:spMkLst>
        </pc:spChg>
        <pc:spChg chg="del">
          <ac:chgData name="Brüntrup, Luna Nox Fea" userId="e756c84f-b282-410e-9d44-26088df5a1d0" providerId="ADAL" clId="{6AA40660-2766-4BD1-A74F-821FA76EB466}" dt="2026-01-05T23:00:16.018" v="4802" actId="478"/>
          <ac:spMkLst>
            <pc:docMk/>
            <pc:sldMk cId="99629194" sldId="2147481858"/>
            <ac:spMk id="10" creationId="{B076031C-103F-AD55-E99A-056A6E645FAA}"/>
          </ac:spMkLst>
        </pc:spChg>
        <pc:picChg chg="add mod">
          <ac:chgData name="Brüntrup, Luna Nox Fea" userId="e756c84f-b282-410e-9d44-26088df5a1d0" providerId="ADAL" clId="{6AA40660-2766-4BD1-A74F-821FA76EB466}" dt="2026-01-05T23:00:36.768" v="4808" actId="1076"/>
          <ac:picMkLst>
            <pc:docMk/>
            <pc:sldMk cId="99629194" sldId="2147481858"/>
            <ac:picMk id="12" creationId="{03E21E9F-D6F9-415D-B8A7-C9EB3459EFBE}"/>
          </ac:picMkLst>
        </pc:picChg>
      </pc:sldChg>
      <pc:sldChg chg="addSp delSp modSp add mod">
        <pc:chgData name="Brüntrup, Luna Nox Fea" userId="e756c84f-b282-410e-9d44-26088df5a1d0" providerId="ADAL" clId="{6AA40660-2766-4BD1-A74F-821FA76EB466}" dt="2026-01-06T02:38:08.020" v="10295" actId="478"/>
        <pc:sldMkLst>
          <pc:docMk/>
          <pc:sldMk cId="2055007057" sldId="2147481859"/>
        </pc:sldMkLst>
        <pc:spChg chg="mod">
          <ac:chgData name="Brüntrup, Luna Nox Fea" userId="e756c84f-b282-410e-9d44-26088df5a1d0" providerId="ADAL" clId="{6AA40660-2766-4BD1-A74F-821FA76EB466}" dt="2026-01-05T23:12:39.469" v="4982" actId="20577"/>
          <ac:spMkLst>
            <pc:docMk/>
            <pc:sldMk cId="2055007057" sldId="2147481859"/>
            <ac:spMk id="2" creationId="{01ABB49D-4760-1EBB-7704-2C7712F1A6A1}"/>
          </ac:spMkLst>
        </pc:spChg>
        <pc:spChg chg="mod">
          <ac:chgData name="Brüntrup, Luna Nox Fea" userId="e756c84f-b282-410e-9d44-26088df5a1d0" providerId="ADAL" clId="{6AA40660-2766-4BD1-A74F-821FA76EB466}" dt="2026-01-05T23:10:00.141" v="4844" actId="20577"/>
          <ac:spMkLst>
            <pc:docMk/>
            <pc:sldMk cId="2055007057" sldId="2147481859"/>
            <ac:spMk id="3" creationId="{E4E1C7C9-A6D3-405A-00E6-A2E5EBA5A63F}"/>
          </ac:spMkLst>
        </pc:spChg>
        <pc:spChg chg="add del mod">
          <ac:chgData name="Brüntrup, Luna Nox Fea" userId="e756c84f-b282-410e-9d44-26088df5a1d0" providerId="ADAL" clId="{6AA40660-2766-4BD1-A74F-821FA76EB466}" dt="2026-01-05T23:12:30.081" v="4959" actId="478"/>
          <ac:spMkLst>
            <pc:docMk/>
            <pc:sldMk cId="2055007057" sldId="2147481859"/>
            <ac:spMk id="5" creationId="{617083BC-2B43-55F8-4D2B-46708F7A0DA2}"/>
          </ac:spMkLst>
        </pc:spChg>
        <pc:spChg chg="del">
          <ac:chgData name="Brüntrup, Luna Nox Fea" userId="e756c84f-b282-410e-9d44-26088df5a1d0" providerId="ADAL" clId="{6AA40660-2766-4BD1-A74F-821FA76EB466}" dt="2026-01-06T02:38:08.020" v="10295" actId="478"/>
          <ac:spMkLst>
            <pc:docMk/>
            <pc:sldMk cId="2055007057" sldId="2147481859"/>
            <ac:spMk id="7" creationId="{16CE3B98-8355-ED10-14A1-6EF9B6AFC8A5}"/>
          </ac:spMkLst>
        </pc:spChg>
        <pc:spChg chg="mod">
          <ac:chgData name="Brüntrup, Luna Nox Fea" userId="e756c84f-b282-410e-9d44-26088df5a1d0" providerId="ADAL" clId="{6AA40660-2766-4BD1-A74F-821FA76EB466}" dt="2026-01-06T02:33:45.368" v="10219"/>
          <ac:spMkLst>
            <pc:docMk/>
            <pc:sldMk cId="2055007057" sldId="2147481859"/>
            <ac:spMk id="8" creationId="{F446FE91-9825-D181-3737-DF81395A0010}"/>
          </ac:spMkLst>
        </pc:spChg>
        <pc:spChg chg="del">
          <ac:chgData name="Brüntrup, Luna Nox Fea" userId="e756c84f-b282-410e-9d44-26088df5a1d0" providerId="ADAL" clId="{6AA40660-2766-4BD1-A74F-821FA76EB466}" dt="2026-01-05T23:12:27.771" v="4958" actId="478"/>
          <ac:spMkLst>
            <pc:docMk/>
            <pc:sldMk cId="2055007057" sldId="2147481859"/>
            <ac:spMk id="10" creationId="{7F6AB261-9791-30F8-CF47-2D07018EE00A}"/>
          </ac:spMkLst>
        </pc:spChg>
        <pc:spChg chg="add del mod">
          <ac:chgData name="Brüntrup, Luna Nox Fea" userId="e756c84f-b282-410e-9d44-26088df5a1d0" providerId="ADAL" clId="{6AA40660-2766-4BD1-A74F-821FA76EB466}" dt="2026-01-05T23:15:22.350" v="4995" actId="478"/>
          <ac:spMkLst>
            <pc:docMk/>
            <pc:sldMk cId="2055007057" sldId="2147481859"/>
            <ac:spMk id="11" creationId="{5ECC2A8F-792C-8C8F-A6D0-4AC9DF7BC367}"/>
          </ac:spMkLst>
        </pc:spChg>
        <pc:spChg chg="add mod">
          <ac:chgData name="Brüntrup, Luna Nox Fea" userId="e756c84f-b282-410e-9d44-26088df5a1d0" providerId="ADAL" clId="{6AA40660-2766-4BD1-A74F-821FA76EB466}" dt="2026-01-05T23:16:56.845" v="5018" actId="20577"/>
          <ac:spMkLst>
            <pc:docMk/>
            <pc:sldMk cId="2055007057" sldId="2147481859"/>
            <ac:spMk id="12" creationId="{F737D700-F3D6-7973-D679-D131D92C558A}"/>
          </ac:spMkLst>
        </pc:spChg>
        <pc:picChg chg="add mod">
          <ac:chgData name="Brüntrup, Luna Nox Fea" userId="e756c84f-b282-410e-9d44-26088df5a1d0" providerId="ADAL" clId="{6AA40660-2766-4BD1-A74F-821FA76EB466}" dt="2026-01-05T23:12:58.368" v="4986" actId="1076"/>
          <ac:picMkLst>
            <pc:docMk/>
            <pc:sldMk cId="2055007057" sldId="2147481859"/>
            <ac:picMk id="9" creationId="{60F42C10-72E4-2D27-F099-8CC8344DFAAA}"/>
          </ac:picMkLst>
        </pc:picChg>
      </pc:sldChg>
      <pc:sldChg chg="addSp delSp modSp add mod ord">
        <pc:chgData name="Brüntrup, Luna Nox Fea" userId="e756c84f-b282-410e-9d44-26088df5a1d0" providerId="ADAL" clId="{6AA40660-2766-4BD1-A74F-821FA76EB466}" dt="2026-01-06T02:38:10.941" v="10296" actId="478"/>
        <pc:sldMkLst>
          <pc:docMk/>
          <pc:sldMk cId="2919476013" sldId="2147481860"/>
        </pc:sldMkLst>
        <pc:spChg chg="del">
          <ac:chgData name="Brüntrup, Luna Nox Fea" userId="e756c84f-b282-410e-9d44-26088df5a1d0" providerId="ADAL" clId="{6AA40660-2766-4BD1-A74F-821FA76EB466}" dt="2026-01-05T23:18:28.247" v="5028" actId="478"/>
          <ac:spMkLst>
            <pc:docMk/>
            <pc:sldMk cId="2919476013" sldId="2147481860"/>
            <ac:spMk id="2" creationId="{9721DA8A-90BF-6B0C-9213-49BF107CB825}"/>
          </ac:spMkLst>
        </pc:spChg>
        <pc:spChg chg="del mod">
          <ac:chgData name="Brüntrup, Luna Nox Fea" userId="e756c84f-b282-410e-9d44-26088df5a1d0" providerId="ADAL" clId="{6AA40660-2766-4BD1-A74F-821FA76EB466}" dt="2026-01-05T23:19:02.319" v="5039" actId="478"/>
          <ac:spMkLst>
            <pc:docMk/>
            <pc:sldMk cId="2919476013" sldId="2147481860"/>
            <ac:spMk id="3" creationId="{17C60BC4-63B5-1691-2C88-CB14378E79C7}"/>
          </ac:spMkLst>
        </pc:spChg>
        <pc:spChg chg="del">
          <ac:chgData name="Brüntrup, Luna Nox Fea" userId="e756c84f-b282-410e-9d44-26088df5a1d0" providerId="ADAL" clId="{6AA40660-2766-4BD1-A74F-821FA76EB466}" dt="2026-01-06T02:38:10.941" v="10296" actId="478"/>
          <ac:spMkLst>
            <pc:docMk/>
            <pc:sldMk cId="2919476013" sldId="2147481860"/>
            <ac:spMk id="7" creationId="{DD740B68-0CDB-C35D-1A4F-0B0FB4FC4EA7}"/>
          </ac:spMkLst>
        </pc:spChg>
        <pc:spChg chg="mod">
          <ac:chgData name="Brüntrup, Luna Nox Fea" userId="e756c84f-b282-410e-9d44-26088df5a1d0" providerId="ADAL" clId="{6AA40660-2766-4BD1-A74F-821FA76EB466}" dt="2026-01-06T02:33:40.797" v="10218"/>
          <ac:spMkLst>
            <pc:docMk/>
            <pc:sldMk cId="2919476013" sldId="2147481860"/>
            <ac:spMk id="8" creationId="{6F4D07E9-2619-1B93-7D11-2D90F536FD32}"/>
          </ac:spMkLst>
        </pc:spChg>
        <pc:spChg chg="add del mod">
          <ac:chgData name="Brüntrup, Luna Nox Fea" userId="e756c84f-b282-410e-9d44-26088df5a1d0" providerId="ADAL" clId="{6AA40660-2766-4BD1-A74F-821FA76EB466}" dt="2026-01-05T23:18:26.602" v="5027" actId="478"/>
          <ac:spMkLst>
            <pc:docMk/>
            <pc:sldMk cId="2919476013" sldId="2147481860"/>
            <ac:spMk id="9" creationId="{483FCF24-2050-B92F-B69A-9878E979C636}"/>
          </ac:spMkLst>
        </pc:spChg>
        <pc:spChg chg="del">
          <ac:chgData name="Brüntrup, Luna Nox Fea" userId="e756c84f-b282-410e-9d44-26088df5a1d0" providerId="ADAL" clId="{6AA40660-2766-4BD1-A74F-821FA76EB466}" dt="2026-01-05T23:18:24.781" v="5026" actId="478"/>
          <ac:spMkLst>
            <pc:docMk/>
            <pc:sldMk cId="2919476013" sldId="2147481860"/>
            <ac:spMk id="10" creationId="{7907F66D-F7EB-6EAC-DAD5-A5299015CA39}"/>
          </ac:spMkLst>
        </pc:spChg>
        <pc:spChg chg="add del mod">
          <ac:chgData name="Brüntrup, Luna Nox Fea" userId="e756c84f-b282-410e-9d44-26088df5a1d0" providerId="ADAL" clId="{6AA40660-2766-4BD1-A74F-821FA76EB466}" dt="2026-01-05T23:18:29.728" v="5029" actId="478"/>
          <ac:spMkLst>
            <pc:docMk/>
            <pc:sldMk cId="2919476013" sldId="2147481860"/>
            <ac:spMk id="12" creationId="{5CE2D824-87B9-25F4-F1B7-A084E7CE4D7F}"/>
          </ac:spMkLst>
        </pc:spChg>
        <pc:spChg chg="add del mod">
          <ac:chgData name="Brüntrup, Luna Nox Fea" userId="e756c84f-b282-410e-9d44-26088df5a1d0" providerId="ADAL" clId="{6AA40660-2766-4BD1-A74F-821FA76EB466}" dt="2026-01-05T23:19:03.324" v="5040" actId="478"/>
          <ac:spMkLst>
            <pc:docMk/>
            <pc:sldMk cId="2919476013" sldId="2147481860"/>
            <ac:spMk id="16" creationId="{F8C9CDA3-0D0A-827D-9705-6089855F65F8}"/>
          </ac:spMkLst>
        </pc:spChg>
        <pc:spChg chg="add mod">
          <ac:chgData name="Brüntrup, Luna Nox Fea" userId="e756c84f-b282-410e-9d44-26088df5a1d0" providerId="ADAL" clId="{6AA40660-2766-4BD1-A74F-821FA76EB466}" dt="2026-01-05T23:20:06.333" v="5065" actId="1076"/>
          <ac:spMkLst>
            <pc:docMk/>
            <pc:sldMk cId="2919476013" sldId="2147481860"/>
            <ac:spMk id="17" creationId="{AA2E90D0-5F8F-A9EE-B87B-3A749D162164}"/>
          </ac:spMkLst>
        </pc:spChg>
        <pc:picChg chg="add mod">
          <ac:chgData name="Brüntrup, Luna Nox Fea" userId="e756c84f-b282-410e-9d44-26088df5a1d0" providerId="ADAL" clId="{6AA40660-2766-4BD1-A74F-821FA76EB466}" dt="2026-01-05T23:19:50.305" v="5050" actId="1076"/>
          <ac:picMkLst>
            <pc:docMk/>
            <pc:sldMk cId="2919476013" sldId="2147481860"/>
            <ac:picMk id="5" creationId="{D3B95DFE-3828-8860-618E-41AA4C2C3963}"/>
          </ac:picMkLst>
        </pc:picChg>
        <pc:picChg chg="add mod">
          <ac:chgData name="Brüntrup, Luna Nox Fea" userId="e756c84f-b282-410e-9d44-26088df5a1d0" providerId="ADAL" clId="{6AA40660-2766-4BD1-A74F-821FA76EB466}" dt="2026-01-05T23:19:50.597" v="5051" actId="1076"/>
          <ac:picMkLst>
            <pc:docMk/>
            <pc:sldMk cId="2919476013" sldId="2147481860"/>
            <ac:picMk id="14" creationId="{DBAF99F6-1722-F5E4-9E5C-02B96DCAA2C1}"/>
          </ac:picMkLst>
        </pc:picChg>
      </pc:sldChg>
      <pc:sldChg chg="add del">
        <pc:chgData name="Brüntrup, Luna Nox Fea" userId="e756c84f-b282-410e-9d44-26088df5a1d0" providerId="ADAL" clId="{6AA40660-2766-4BD1-A74F-821FA76EB466}" dt="2026-01-05T23:20:12.084" v="5066" actId="47"/>
        <pc:sldMkLst>
          <pc:docMk/>
          <pc:sldMk cId="1647928786" sldId="2147481861"/>
        </pc:sldMkLst>
      </pc:sldChg>
      <pc:sldChg chg="addSp delSp modSp add mod">
        <pc:chgData name="Brüntrup, Luna Nox Fea" userId="e756c84f-b282-410e-9d44-26088df5a1d0" providerId="ADAL" clId="{6AA40660-2766-4BD1-A74F-821FA76EB466}" dt="2026-01-06T02:38:13.283" v="10297" actId="478"/>
        <pc:sldMkLst>
          <pc:docMk/>
          <pc:sldMk cId="2393206176" sldId="2147481861"/>
        </pc:sldMkLst>
        <pc:spChg chg="del">
          <ac:chgData name="Brüntrup, Luna Nox Fea" userId="e756c84f-b282-410e-9d44-26088df5a1d0" providerId="ADAL" clId="{6AA40660-2766-4BD1-A74F-821FA76EB466}" dt="2026-01-06T02:38:13.283" v="10297" actId="478"/>
          <ac:spMkLst>
            <pc:docMk/>
            <pc:sldMk cId="2393206176" sldId="2147481861"/>
            <ac:spMk id="7" creationId="{7AF0A3D8-A241-0070-E293-FD2B3633F3AF}"/>
          </ac:spMkLst>
        </pc:spChg>
        <pc:spChg chg="mod">
          <ac:chgData name="Brüntrup, Luna Nox Fea" userId="e756c84f-b282-410e-9d44-26088df5a1d0" providerId="ADAL" clId="{6AA40660-2766-4BD1-A74F-821FA76EB466}" dt="2026-01-06T02:33:37.593" v="10217"/>
          <ac:spMkLst>
            <pc:docMk/>
            <pc:sldMk cId="2393206176" sldId="2147481861"/>
            <ac:spMk id="8" creationId="{085BF4E9-815B-8A33-927C-4D9B89852FC7}"/>
          </ac:spMkLst>
        </pc:spChg>
        <pc:spChg chg="mod">
          <ac:chgData name="Brüntrup, Luna Nox Fea" userId="e756c84f-b282-410e-9d44-26088df5a1d0" providerId="ADAL" clId="{6AA40660-2766-4BD1-A74F-821FA76EB466}" dt="2026-01-05T23:21:40.967" v="5109" actId="1076"/>
          <ac:spMkLst>
            <pc:docMk/>
            <pc:sldMk cId="2393206176" sldId="2147481861"/>
            <ac:spMk id="17" creationId="{DB058B96-C932-302A-8708-CD59B7C5FE0C}"/>
          </ac:spMkLst>
        </pc:spChg>
        <pc:picChg chg="add del mod">
          <ac:chgData name="Brüntrup, Luna Nox Fea" userId="e756c84f-b282-410e-9d44-26088df5a1d0" providerId="ADAL" clId="{6AA40660-2766-4BD1-A74F-821FA76EB466}" dt="2026-01-05T23:20:20.028" v="5069" actId="478"/>
          <ac:picMkLst>
            <pc:docMk/>
            <pc:sldMk cId="2393206176" sldId="2147481861"/>
            <ac:picMk id="3" creationId="{EB05BA3B-D6EB-748D-E7E8-317F02452F71}"/>
          </ac:picMkLst>
        </pc:picChg>
        <pc:picChg chg="del">
          <ac:chgData name="Brüntrup, Luna Nox Fea" userId="e756c84f-b282-410e-9d44-26088df5a1d0" providerId="ADAL" clId="{6AA40660-2766-4BD1-A74F-821FA76EB466}" dt="2026-01-05T23:20:32.855" v="5072" actId="478"/>
          <ac:picMkLst>
            <pc:docMk/>
            <pc:sldMk cId="2393206176" sldId="2147481861"/>
            <ac:picMk id="5" creationId="{9CF92F7B-3E35-99FE-B001-9CF59A137665}"/>
          </ac:picMkLst>
        </pc:picChg>
        <pc:picChg chg="add mod">
          <ac:chgData name="Brüntrup, Luna Nox Fea" userId="e756c84f-b282-410e-9d44-26088df5a1d0" providerId="ADAL" clId="{6AA40660-2766-4BD1-A74F-821FA76EB466}" dt="2026-01-05T23:20:46.802" v="5078" actId="1076"/>
          <ac:picMkLst>
            <pc:docMk/>
            <pc:sldMk cId="2393206176" sldId="2147481861"/>
            <ac:picMk id="6" creationId="{8E432C45-E39C-9D70-4263-649E5F97E031}"/>
          </ac:picMkLst>
        </pc:picChg>
        <pc:picChg chg="add mod">
          <ac:chgData name="Brüntrup, Luna Nox Fea" userId="e756c84f-b282-410e-9d44-26088df5a1d0" providerId="ADAL" clId="{6AA40660-2766-4BD1-A74F-821FA76EB466}" dt="2026-01-05T23:20:50.523" v="5079" actId="14100"/>
          <ac:picMkLst>
            <pc:docMk/>
            <pc:sldMk cId="2393206176" sldId="2147481861"/>
            <ac:picMk id="10" creationId="{8893FFF7-B623-96C7-D90C-8915A212FA3F}"/>
          </ac:picMkLst>
        </pc:picChg>
        <pc:picChg chg="del">
          <ac:chgData name="Brüntrup, Luna Nox Fea" userId="e756c84f-b282-410e-9d44-26088df5a1d0" providerId="ADAL" clId="{6AA40660-2766-4BD1-A74F-821FA76EB466}" dt="2026-01-05T23:20:33.792" v="5073" actId="478"/>
          <ac:picMkLst>
            <pc:docMk/>
            <pc:sldMk cId="2393206176" sldId="2147481861"/>
            <ac:picMk id="14" creationId="{0F33CE75-AC46-6692-9B0C-476498298EE3}"/>
          </ac:picMkLst>
        </pc:picChg>
      </pc:sldChg>
      <pc:sldChg chg="addSp delSp modSp add mod">
        <pc:chgData name="Brüntrup, Luna Nox Fea" userId="e756c84f-b282-410e-9d44-26088df5a1d0" providerId="ADAL" clId="{6AA40660-2766-4BD1-A74F-821FA76EB466}" dt="2026-01-06T02:38:17.627" v="10299" actId="478"/>
        <pc:sldMkLst>
          <pc:docMk/>
          <pc:sldMk cId="2871782862" sldId="2147481862"/>
        </pc:sldMkLst>
        <pc:spChg chg="del mod">
          <ac:chgData name="Brüntrup, Luna Nox Fea" userId="e756c84f-b282-410e-9d44-26088df5a1d0" providerId="ADAL" clId="{6AA40660-2766-4BD1-A74F-821FA76EB466}" dt="2026-01-06T02:38:17.627" v="10299" actId="478"/>
          <ac:spMkLst>
            <pc:docMk/>
            <pc:sldMk cId="2871782862" sldId="2147481862"/>
            <ac:spMk id="7" creationId="{2F1216B5-556A-2AEB-CF05-EB23BB0BD573}"/>
          </ac:spMkLst>
        </pc:spChg>
        <pc:spChg chg="mod">
          <ac:chgData name="Brüntrup, Luna Nox Fea" userId="e756c84f-b282-410e-9d44-26088df5a1d0" providerId="ADAL" clId="{6AA40660-2766-4BD1-A74F-821FA76EB466}" dt="2026-01-06T02:33:33.280" v="10216"/>
          <ac:spMkLst>
            <pc:docMk/>
            <pc:sldMk cId="2871782862" sldId="2147481862"/>
            <ac:spMk id="8" creationId="{7E1F1499-AE50-21D2-BD37-5AD0CB5C21B1}"/>
          </ac:spMkLst>
        </pc:spChg>
        <pc:spChg chg="add mod">
          <ac:chgData name="Brüntrup, Luna Nox Fea" userId="e756c84f-b282-410e-9d44-26088df5a1d0" providerId="ADAL" clId="{6AA40660-2766-4BD1-A74F-821FA76EB466}" dt="2026-01-05T23:22:43.381" v="5126" actId="20577"/>
          <ac:spMkLst>
            <pc:docMk/>
            <pc:sldMk cId="2871782862" sldId="2147481862"/>
            <ac:spMk id="9" creationId="{087D39F4-9D60-5E65-1AE5-D51FF380E2DD}"/>
          </ac:spMkLst>
        </pc:spChg>
        <pc:spChg chg="mod">
          <ac:chgData name="Brüntrup, Luna Nox Fea" userId="e756c84f-b282-410e-9d44-26088df5a1d0" providerId="ADAL" clId="{6AA40660-2766-4BD1-A74F-821FA76EB466}" dt="2026-01-05T23:22:11.095" v="5116" actId="20577"/>
          <ac:spMkLst>
            <pc:docMk/>
            <pc:sldMk cId="2871782862" sldId="2147481862"/>
            <ac:spMk id="17" creationId="{B1AD4F56-0F00-7E2E-3353-0122953E00E1}"/>
          </ac:spMkLst>
        </pc:spChg>
        <pc:picChg chg="add mod">
          <ac:chgData name="Brüntrup, Luna Nox Fea" userId="e756c84f-b282-410e-9d44-26088df5a1d0" providerId="ADAL" clId="{6AA40660-2766-4BD1-A74F-821FA76EB466}" dt="2026-01-05T23:22:32.672" v="5122" actId="14100"/>
          <ac:picMkLst>
            <pc:docMk/>
            <pc:sldMk cId="2871782862" sldId="2147481862"/>
            <ac:picMk id="3" creationId="{81651929-1024-641B-1B01-DD4245977A1E}"/>
          </ac:picMkLst>
        </pc:picChg>
        <pc:picChg chg="add mod">
          <ac:chgData name="Brüntrup, Luna Nox Fea" userId="e756c84f-b282-410e-9d44-26088df5a1d0" providerId="ADAL" clId="{6AA40660-2766-4BD1-A74F-821FA76EB466}" dt="2026-01-05T23:22:29.635" v="5121" actId="14100"/>
          <ac:picMkLst>
            <pc:docMk/>
            <pc:sldMk cId="2871782862" sldId="2147481862"/>
            <ac:picMk id="5" creationId="{B7469992-9906-8AD4-5E15-F82A0332F196}"/>
          </ac:picMkLst>
        </pc:picChg>
        <pc:picChg chg="del">
          <ac:chgData name="Brüntrup, Luna Nox Fea" userId="e756c84f-b282-410e-9d44-26088df5a1d0" providerId="ADAL" clId="{6AA40660-2766-4BD1-A74F-821FA76EB466}" dt="2026-01-05T23:21:53.830" v="5111" actId="478"/>
          <ac:picMkLst>
            <pc:docMk/>
            <pc:sldMk cId="2871782862" sldId="2147481862"/>
            <ac:picMk id="6" creationId="{CA0ADF03-1DC6-D013-04DB-57C275852FDB}"/>
          </ac:picMkLst>
        </pc:picChg>
        <pc:picChg chg="del">
          <ac:chgData name="Brüntrup, Luna Nox Fea" userId="e756c84f-b282-410e-9d44-26088df5a1d0" providerId="ADAL" clId="{6AA40660-2766-4BD1-A74F-821FA76EB466}" dt="2026-01-05T23:21:55.517" v="5112" actId="478"/>
          <ac:picMkLst>
            <pc:docMk/>
            <pc:sldMk cId="2871782862" sldId="2147481862"/>
            <ac:picMk id="10" creationId="{22F7ED48-9DCD-F239-D3FF-F4682056E5A9}"/>
          </ac:picMkLst>
        </pc:picChg>
      </pc:sldChg>
      <pc:sldChg chg="addSp delSp modSp add mod ord">
        <pc:chgData name="Brüntrup, Luna Nox Fea" userId="e756c84f-b282-410e-9d44-26088df5a1d0" providerId="ADAL" clId="{6AA40660-2766-4BD1-A74F-821FA76EB466}" dt="2026-01-06T02:38:20.171" v="10300" actId="478"/>
        <pc:sldMkLst>
          <pc:docMk/>
          <pc:sldMk cId="2797603171" sldId="2147481863"/>
        </pc:sldMkLst>
        <pc:spChg chg="del">
          <ac:chgData name="Brüntrup, Luna Nox Fea" userId="e756c84f-b282-410e-9d44-26088df5a1d0" providerId="ADAL" clId="{6AA40660-2766-4BD1-A74F-821FA76EB466}" dt="2026-01-06T02:38:20.171" v="10300" actId="478"/>
          <ac:spMkLst>
            <pc:docMk/>
            <pc:sldMk cId="2797603171" sldId="2147481863"/>
            <ac:spMk id="7" creationId="{CB516073-9B91-786B-8328-CA82855C715B}"/>
          </ac:spMkLst>
        </pc:spChg>
        <pc:spChg chg="mod">
          <ac:chgData name="Brüntrup, Luna Nox Fea" userId="e756c84f-b282-410e-9d44-26088df5a1d0" providerId="ADAL" clId="{6AA40660-2766-4BD1-A74F-821FA76EB466}" dt="2026-01-06T02:33:30.785" v="10215"/>
          <ac:spMkLst>
            <pc:docMk/>
            <pc:sldMk cId="2797603171" sldId="2147481863"/>
            <ac:spMk id="8" creationId="{363F0E5A-E481-48F2-E698-624B04E6AFB6}"/>
          </ac:spMkLst>
        </pc:spChg>
        <pc:spChg chg="mod">
          <ac:chgData name="Brüntrup, Luna Nox Fea" userId="e756c84f-b282-410e-9d44-26088df5a1d0" providerId="ADAL" clId="{6AA40660-2766-4BD1-A74F-821FA76EB466}" dt="2026-01-05T23:23:30.456" v="5147" actId="20577"/>
          <ac:spMkLst>
            <pc:docMk/>
            <pc:sldMk cId="2797603171" sldId="2147481863"/>
            <ac:spMk id="17" creationId="{063A7CB1-1354-67FE-AB00-4F94327EE9FA}"/>
          </ac:spMkLst>
        </pc:spChg>
        <pc:picChg chg="add mod">
          <ac:chgData name="Brüntrup, Luna Nox Fea" userId="e756c84f-b282-410e-9d44-26088df5a1d0" providerId="ADAL" clId="{6AA40660-2766-4BD1-A74F-821FA76EB466}" dt="2026-01-05T23:23:18.236" v="5135" actId="14100"/>
          <ac:picMkLst>
            <pc:docMk/>
            <pc:sldMk cId="2797603171" sldId="2147481863"/>
            <ac:picMk id="3" creationId="{8C3F35F4-2A62-E580-1CA1-DF18C948ACD7}"/>
          </ac:picMkLst>
        </pc:picChg>
        <pc:picChg chg="add mod">
          <ac:chgData name="Brüntrup, Luna Nox Fea" userId="e756c84f-b282-410e-9d44-26088df5a1d0" providerId="ADAL" clId="{6AA40660-2766-4BD1-A74F-821FA76EB466}" dt="2026-01-05T23:23:22.873" v="5137" actId="14100"/>
          <ac:picMkLst>
            <pc:docMk/>
            <pc:sldMk cId="2797603171" sldId="2147481863"/>
            <ac:picMk id="5" creationId="{85F5C4F8-F8B0-DFA7-A980-64AE61BC4B4D}"/>
          </ac:picMkLst>
        </pc:picChg>
        <pc:picChg chg="del">
          <ac:chgData name="Brüntrup, Luna Nox Fea" userId="e756c84f-b282-410e-9d44-26088df5a1d0" providerId="ADAL" clId="{6AA40660-2766-4BD1-A74F-821FA76EB466}" dt="2026-01-05T23:23:03.140" v="5130" actId="478"/>
          <ac:picMkLst>
            <pc:docMk/>
            <pc:sldMk cId="2797603171" sldId="2147481863"/>
            <ac:picMk id="6" creationId="{6500ECBC-E80F-F0B7-4F21-53E9033D4A05}"/>
          </ac:picMkLst>
        </pc:picChg>
        <pc:picChg chg="del">
          <ac:chgData name="Brüntrup, Luna Nox Fea" userId="e756c84f-b282-410e-9d44-26088df5a1d0" providerId="ADAL" clId="{6AA40660-2766-4BD1-A74F-821FA76EB466}" dt="2026-01-05T23:23:03.741" v="5131" actId="478"/>
          <ac:picMkLst>
            <pc:docMk/>
            <pc:sldMk cId="2797603171" sldId="2147481863"/>
            <ac:picMk id="10" creationId="{597486D8-9CD8-AC2F-4965-C049DB50F881}"/>
          </ac:picMkLst>
        </pc:picChg>
      </pc:sldChg>
      <pc:sldChg chg="addSp delSp modSp add mod ord">
        <pc:chgData name="Brüntrup, Luna Nox Fea" userId="e756c84f-b282-410e-9d44-26088df5a1d0" providerId="ADAL" clId="{6AA40660-2766-4BD1-A74F-821FA76EB466}" dt="2026-01-06T02:38:22.619" v="10301" actId="478"/>
        <pc:sldMkLst>
          <pc:docMk/>
          <pc:sldMk cId="1049565513" sldId="2147481864"/>
        </pc:sldMkLst>
        <pc:spChg chg="del">
          <ac:chgData name="Brüntrup, Luna Nox Fea" userId="e756c84f-b282-410e-9d44-26088df5a1d0" providerId="ADAL" clId="{6AA40660-2766-4BD1-A74F-821FA76EB466}" dt="2026-01-05T23:29:05.191" v="5154" actId="478"/>
          <ac:spMkLst>
            <pc:docMk/>
            <pc:sldMk cId="1049565513" sldId="2147481864"/>
            <ac:spMk id="2" creationId="{2110A17C-3D9B-8C04-6897-FC8F33BB33BD}"/>
          </ac:spMkLst>
        </pc:spChg>
        <pc:spChg chg="mod">
          <ac:chgData name="Brüntrup, Luna Nox Fea" userId="e756c84f-b282-410e-9d44-26088df5a1d0" providerId="ADAL" clId="{6AA40660-2766-4BD1-A74F-821FA76EB466}" dt="2026-01-05T23:29:55.100" v="5186"/>
          <ac:spMkLst>
            <pc:docMk/>
            <pc:sldMk cId="1049565513" sldId="2147481864"/>
            <ac:spMk id="3" creationId="{0837C842-7D47-EB11-59E3-4F2B078E7442}"/>
          </ac:spMkLst>
        </pc:spChg>
        <pc:spChg chg="add del mod">
          <ac:chgData name="Brüntrup, Luna Nox Fea" userId="e756c84f-b282-410e-9d44-26088df5a1d0" providerId="ADAL" clId="{6AA40660-2766-4BD1-A74F-821FA76EB466}" dt="2026-01-05T23:29:08.309" v="5155" actId="478"/>
          <ac:spMkLst>
            <pc:docMk/>
            <pc:sldMk cId="1049565513" sldId="2147481864"/>
            <ac:spMk id="5" creationId="{EFD4059A-43EB-38AD-9B4C-C40ECCD5FD53}"/>
          </ac:spMkLst>
        </pc:spChg>
        <pc:spChg chg="del">
          <ac:chgData name="Brüntrup, Luna Nox Fea" userId="e756c84f-b282-410e-9d44-26088df5a1d0" providerId="ADAL" clId="{6AA40660-2766-4BD1-A74F-821FA76EB466}" dt="2026-01-06T02:38:22.619" v="10301" actId="478"/>
          <ac:spMkLst>
            <pc:docMk/>
            <pc:sldMk cId="1049565513" sldId="2147481864"/>
            <ac:spMk id="7" creationId="{BF895E71-340C-D84A-9F20-42F7FD62FD45}"/>
          </ac:spMkLst>
        </pc:spChg>
        <pc:spChg chg="mod">
          <ac:chgData name="Brüntrup, Luna Nox Fea" userId="e756c84f-b282-410e-9d44-26088df5a1d0" providerId="ADAL" clId="{6AA40660-2766-4BD1-A74F-821FA76EB466}" dt="2026-01-06T02:33:26.670" v="10214"/>
          <ac:spMkLst>
            <pc:docMk/>
            <pc:sldMk cId="1049565513" sldId="2147481864"/>
            <ac:spMk id="8" creationId="{110256A1-6580-5242-CF38-163454D8B152}"/>
          </ac:spMkLst>
        </pc:spChg>
        <pc:spChg chg="mod">
          <ac:chgData name="Brüntrup, Luna Nox Fea" userId="e756c84f-b282-410e-9d44-26088df5a1d0" providerId="ADAL" clId="{6AA40660-2766-4BD1-A74F-821FA76EB466}" dt="2026-01-05T23:37:56.788" v="5481" actId="20577"/>
          <ac:spMkLst>
            <pc:docMk/>
            <pc:sldMk cId="1049565513" sldId="2147481864"/>
            <ac:spMk id="10" creationId="{6E24513E-DC5E-F8D7-C5D6-30D509C37298}"/>
          </ac:spMkLst>
        </pc:spChg>
      </pc:sldChg>
      <pc:sldChg chg="addSp delSp modSp add mod">
        <pc:chgData name="Brüntrup, Luna Nox Fea" userId="e756c84f-b282-410e-9d44-26088df5a1d0" providerId="ADAL" clId="{6AA40660-2766-4BD1-A74F-821FA76EB466}" dt="2026-01-06T02:39:23.290" v="10322" actId="478"/>
        <pc:sldMkLst>
          <pc:docMk/>
          <pc:sldMk cId="521774658" sldId="2147481865"/>
        </pc:sldMkLst>
        <pc:spChg chg="mod">
          <ac:chgData name="Brüntrup, Luna Nox Fea" userId="e756c84f-b282-410e-9d44-26088df5a1d0" providerId="ADAL" clId="{6AA40660-2766-4BD1-A74F-821FA76EB466}" dt="2026-01-06T00:23:40.548" v="6836" actId="20577"/>
          <ac:spMkLst>
            <pc:docMk/>
            <pc:sldMk cId="521774658" sldId="2147481865"/>
            <ac:spMk id="2" creationId="{293340CB-463E-5F5D-3AE4-43B32639B569}"/>
          </ac:spMkLst>
        </pc:spChg>
        <pc:spChg chg="mod">
          <ac:chgData name="Brüntrup, Luna Nox Fea" userId="e756c84f-b282-410e-9d44-26088df5a1d0" providerId="ADAL" clId="{6AA40660-2766-4BD1-A74F-821FA76EB466}" dt="2026-01-06T00:02:51.234" v="5841" actId="20577"/>
          <ac:spMkLst>
            <pc:docMk/>
            <pc:sldMk cId="521774658" sldId="2147481865"/>
            <ac:spMk id="3" creationId="{E69848AB-510C-9B97-05D9-89561C2EAE8B}"/>
          </ac:spMkLst>
        </pc:spChg>
        <pc:spChg chg="add del mod">
          <ac:chgData name="Brüntrup, Luna Nox Fea" userId="e756c84f-b282-410e-9d44-26088df5a1d0" providerId="ADAL" clId="{6AA40660-2766-4BD1-A74F-821FA76EB466}" dt="2026-01-06T00:03:01.298" v="5843" actId="478"/>
          <ac:spMkLst>
            <pc:docMk/>
            <pc:sldMk cId="521774658" sldId="2147481865"/>
            <ac:spMk id="5" creationId="{F621FCC2-A6D2-52CB-EB45-AA9618E38404}"/>
          </ac:spMkLst>
        </pc:spChg>
        <pc:spChg chg="del mod">
          <ac:chgData name="Brüntrup, Luna Nox Fea" userId="e756c84f-b282-410e-9d44-26088df5a1d0" providerId="ADAL" clId="{6AA40660-2766-4BD1-A74F-821FA76EB466}" dt="2026-01-06T02:39:23.290" v="10322" actId="478"/>
          <ac:spMkLst>
            <pc:docMk/>
            <pc:sldMk cId="521774658" sldId="2147481865"/>
            <ac:spMk id="7" creationId="{DE2118B4-C8C2-5FD8-4C16-62386DDB5CB9}"/>
          </ac:spMkLst>
        </pc:spChg>
        <pc:spChg chg="mod">
          <ac:chgData name="Brüntrup, Luna Nox Fea" userId="e756c84f-b282-410e-9d44-26088df5a1d0" providerId="ADAL" clId="{6AA40660-2766-4BD1-A74F-821FA76EB466}" dt="2026-01-06T02:32:06.521" v="10192"/>
          <ac:spMkLst>
            <pc:docMk/>
            <pc:sldMk cId="521774658" sldId="2147481865"/>
            <ac:spMk id="8" creationId="{1077E1CE-6459-1F71-515C-689509606304}"/>
          </ac:spMkLst>
        </pc:spChg>
        <pc:spChg chg="del">
          <ac:chgData name="Brüntrup, Luna Nox Fea" userId="e756c84f-b282-410e-9d44-26088df5a1d0" providerId="ADAL" clId="{6AA40660-2766-4BD1-A74F-821FA76EB466}" dt="2026-01-06T00:02:57.896" v="5842" actId="478"/>
          <ac:spMkLst>
            <pc:docMk/>
            <pc:sldMk cId="521774658" sldId="2147481865"/>
            <ac:spMk id="10" creationId="{02FE0267-333F-C53D-D7CA-EB6F1E1C6D50}"/>
          </ac:spMkLst>
        </pc:spChg>
      </pc:sldChg>
      <pc:sldChg chg="add del">
        <pc:chgData name="Brüntrup, Luna Nox Fea" userId="e756c84f-b282-410e-9d44-26088df5a1d0" providerId="ADAL" clId="{6AA40660-2766-4BD1-A74F-821FA76EB466}" dt="2026-01-06T02:30:55.030" v="10145" actId="47"/>
        <pc:sldMkLst>
          <pc:docMk/>
          <pc:sldMk cId="1786882851" sldId="2147481866"/>
        </pc:sldMkLst>
      </pc:sldChg>
      <pc:sldChg chg="addSp delSp modSp add mod ord">
        <pc:chgData name="Brüntrup, Luna Nox Fea" userId="e756c84f-b282-410e-9d44-26088df5a1d0" providerId="ADAL" clId="{6AA40660-2766-4BD1-A74F-821FA76EB466}" dt="2026-01-06T02:38:28.777" v="10303" actId="478"/>
        <pc:sldMkLst>
          <pc:docMk/>
          <pc:sldMk cId="3619777134" sldId="2147481867"/>
        </pc:sldMkLst>
        <pc:spChg chg="del">
          <ac:chgData name="Brüntrup, Luna Nox Fea" userId="e756c84f-b282-410e-9d44-26088df5a1d0" providerId="ADAL" clId="{6AA40660-2766-4BD1-A74F-821FA76EB466}" dt="2026-01-06T00:32:56.452" v="6870" actId="478"/>
          <ac:spMkLst>
            <pc:docMk/>
            <pc:sldMk cId="3619777134" sldId="2147481867"/>
            <ac:spMk id="2" creationId="{E8DC6369-32E8-2BD1-D57A-0C6A61504677}"/>
          </ac:spMkLst>
        </pc:spChg>
        <pc:spChg chg="mod">
          <ac:chgData name="Brüntrup, Luna Nox Fea" userId="e756c84f-b282-410e-9d44-26088df5a1d0" providerId="ADAL" clId="{6AA40660-2766-4BD1-A74F-821FA76EB466}" dt="2026-01-06T00:38:22.205" v="7146" actId="1035"/>
          <ac:spMkLst>
            <pc:docMk/>
            <pc:sldMk cId="3619777134" sldId="2147481867"/>
            <ac:spMk id="3" creationId="{581EA932-D185-6849-91AC-23D0F767F03B}"/>
          </ac:spMkLst>
        </pc:spChg>
        <pc:spChg chg="del">
          <ac:chgData name="Brüntrup, Luna Nox Fea" userId="e756c84f-b282-410e-9d44-26088df5a1d0" providerId="ADAL" clId="{6AA40660-2766-4BD1-A74F-821FA76EB466}" dt="2026-01-06T02:38:28.777" v="10303" actId="478"/>
          <ac:spMkLst>
            <pc:docMk/>
            <pc:sldMk cId="3619777134" sldId="2147481867"/>
            <ac:spMk id="7" creationId="{15533DCC-07DC-B97E-740F-9C8DFB30EB11}"/>
          </ac:spMkLst>
        </pc:spChg>
        <pc:spChg chg="mod">
          <ac:chgData name="Brüntrup, Luna Nox Fea" userId="e756c84f-b282-410e-9d44-26088df5a1d0" providerId="ADAL" clId="{6AA40660-2766-4BD1-A74F-821FA76EB466}" dt="2026-01-06T02:33:12.621" v="10210"/>
          <ac:spMkLst>
            <pc:docMk/>
            <pc:sldMk cId="3619777134" sldId="2147481867"/>
            <ac:spMk id="8" creationId="{222432DE-1D05-6349-1E6F-9331309FC077}"/>
          </ac:spMkLst>
        </pc:spChg>
        <pc:spChg chg="add del mod">
          <ac:chgData name="Brüntrup, Luna Nox Fea" userId="e756c84f-b282-410e-9d44-26088df5a1d0" providerId="ADAL" clId="{6AA40660-2766-4BD1-A74F-821FA76EB466}" dt="2026-01-06T00:32:57.650" v="6871" actId="478"/>
          <ac:spMkLst>
            <pc:docMk/>
            <pc:sldMk cId="3619777134" sldId="2147481867"/>
            <ac:spMk id="9" creationId="{D5D4BED5-7B44-38DE-5BD1-0C03B63A1C72}"/>
          </ac:spMkLst>
        </pc:spChg>
        <pc:spChg chg="mod">
          <ac:chgData name="Brüntrup, Luna Nox Fea" userId="e756c84f-b282-410e-9d44-26088df5a1d0" providerId="ADAL" clId="{6AA40660-2766-4BD1-A74F-821FA76EB466}" dt="2026-01-06T00:38:22.205" v="7146" actId="1035"/>
          <ac:spMkLst>
            <pc:docMk/>
            <pc:sldMk cId="3619777134" sldId="2147481867"/>
            <ac:spMk id="10" creationId="{8159619F-9080-63BC-0E8F-1F5124E07F2E}"/>
          </ac:spMkLst>
        </pc:spChg>
        <pc:spChg chg="add mod">
          <ac:chgData name="Brüntrup, Luna Nox Fea" userId="e756c84f-b282-410e-9d44-26088df5a1d0" providerId="ADAL" clId="{6AA40660-2766-4BD1-A74F-821FA76EB466}" dt="2026-01-06T00:38:22.205" v="7146" actId="1035"/>
          <ac:spMkLst>
            <pc:docMk/>
            <pc:sldMk cId="3619777134" sldId="2147481867"/>
            <ac:spMk id="15" creationId="{1CE18D84-CE05-F57B-F904-BFD048B915C7}"/>
          </ac:spMkLst>
        </pc:spChg>
        <pc:spChg chg="add mod">
          <ac:chgData name="Brüntrup, Luna Nox Fea" userId="e756c84f-b282-410e-9d44-26088df5a1d0" providerId="ADAL" clId="{6AA40660-2766-4BD1-A74F-821FA76EB466}" dt="2026-01-06T00:38:22.205" v="7146" actId="1035"/>
          <ac:spMkLst>
            <pc:docMk/>
            <pc:sldMk cId="3619777134" sldId="2147481867"/>
            <ac:spMk id="16" creationId="{0DE86A16-D32E-FB49-01A5-CC8F24412AC7}"/>
          </ac:spMkLst>
        </pc:spChg>
        <pc:spChg chg="add mod">
          <ac:chgData name="Brüntrup, Luna Nox Fea" userId="e756c84f-b282-410e-9d44-26088df5a1d0" providerId="ADAL" clId="{6AA40660-2766-4BD1-A74F-821FA76EB466}" dt="2026-01-06T00:38:51.356" v="7155" actId="20577"/>
          <ac:spMkLst>
            <pc:docMk/>
            <pc:sldMk cId="3619777134" sldId="2147481867"/>
            <ac:spMk id="17" creationId="{5693C96E-5EC4-E5A4-2101-80FABB21C44B}"/>
          </ac:spMkLst>
        </pc:spChg>
        <pc:picChg chg="add del mod">
          <ac:chgData name="Brüntrup, Luna Nox Fea" userId="e756c84f-b282-410e-9d44-26088df5a1d0" providerId="ADAL" clId="{6AA40660-2766-4BD1-A74F-821FA76EB466}" dt="2026-01-06T00:31:32.668" v="6867" actId="478"/>
          <ac:picMkLst>
            <pc:docMk/>
            <pc:sldMk cId="3619777134" sldId="2147481867"/>
            <ac:picMk id="5" creationId="{B989CF95-2E5F-2570-9244-FEDDC1EA55BC}"/>
          </ac:picMkLst>
        </pc:picChg>
        <pc:picChg chg="add mod">
          <ac:chgData name="Brüntrup, Luna Nox Fea" userId="e756c84f-b282-410e-9d44-26088df5a1d0" providerId="ADAL" clId="{6AA40660-2766-4BD1-A74F-821FA76EB466}" dt="2026-01-06T00:38:22.205" v="7146" actId="1035"/>
          <ac:picMkLst>
            <pc:docMk/>
            <pc:sldMk cId="3619777134" sldId="2147481867"/>
            <ac:picMk id="12" creationId="{6FDE5575-DDBC-B765-5030-60647179ECAA}"/>
          </ac:picMkLst>
        </pc:picChg>
        <pc:picChg chg="add mod">
          <ac:chgData name="Brüntrup, Luna Nox Fea" userId="e756c84f-b282-410e-9d44-26088df5a1d0" providerId="ADAL" clId="{6AA40660-2766-4BD1-A74F-821FA76EB466}" dt="2026-01-06T00:38:22.205" v="7146" actId="1035"/>
          <ac:picMkLst>
            <pc:docMk/>
            <pc:sldMk cId="3619777134" sldId="2147481867"/>
            <ac:picMk id="14" creationId="{D8244200-18B7-A214-6A8E-D4771C4DC7E7}"/>
          </ac:picMkLst>
        </pc:picChg>
      </pc:sldChg>
      <pc:sldChg chg="delSp modSp add mod ord">
        <pc:chgData name="Brüntrup, Luna Nox Fea" userId="e756c84f-b282-410e-9d44-26088df5a1d0" providerId="ADAL" clId="{6AA40660-2766-4BD1-A74F-821FA76EB466}" dt="2026-01-06T02:39:18.691" v="10320" actId="478"/>
        <pc:sldMkLst>
          <pc:docMk/>
          <pc:sldMk cId="1626559163" sldId="2147481868"/>
        </pc:sldMkLst>
        <pc:spChg chg="mod">
          <ac:chgData name="Brüntrup, Luna Nox Fea" userId="e756c84f-b282-410e-9d44-26088df5a1d0" providerId="ADAL" clId="{6AA40660-2766-4BD1-A74F-821FA76EB466}" dt="2026-01-06T00:02:23.506" v="5832" actId="20577"/>
          <ac:spMkLst>
            <pc:docMk/>
            <pc:sldMk cId="1626559163" sldId="2147481868"/>
            <ac:spMk id="8" creationId="{CA86ED41-D268-C75B-61CE-738678145093}"/>
          </ac:spMkLst>
        </pc:spChg>
        <pc:spChg chg="del mod">
          <ac:chgData name="Brüntrup, Luna Nox Fea" userId="e756c84f-b282-410e-9d44-26088df5a1d0" providerId="ADAL" clId="{6AA40660-2766-4BD1-A74F-821FA76EB466}" dt="2026-01-06T02:39:18.691" v="10320" actId="478"/>
          <ac:spMkLst>
            <pc:docMk/>
            <pc:sldMk cId="1626559163" sldId="2147481868"/>
            <ac:spMk id="10" creationId="{7877B87C-5772-FE9B-DCAA-8C22D09BFE20}"/>
          </ac:spMkLst>
        </pc:spChg>
        <pc:spChg chg="del">
          <ac:chgData name="Brüntrup, Luna Nox Fea" userId="e756c84f-b282-410e-9d44-26088df5a1d0" providerId="ADAL" clId="{6AA40660-2766-4BD1-A74F-821FA76EB466}" dt="2026-01-06T02:39:16.864" v="10318" actId="478"/>
          <ac:spMkLst>
            <pc:docMk/>
            <pc:sldMk cId="1626559163" sldId="2147481868"/>
            <ac:spMk id="11" creationId="{931C58EF-04CB-52DA-F01D-99D0CF03664E}"/>
          </ac:spMkLst>
        </pc:spChg>
        <pc:spChg chg="mod">
          <ac:chgData name="Brüntrup, Luna Nox Fea" userId="e756c84f-b282-410e-9d44-26088df5a1d0" providerId="ADAL" clId="{6AA40660-2766-4BD1-A74F-821FA76EB466}" dt="2026-01-06T02:32:19.289" v="10195"/>
          <ac:spMkLst>
            <pc:docMk/>
            <pc:sldMk cId="1626559163" sldId="2147481868"/>
            <ac:spMk id="12" creationId="{08B20582-2633-BFAB-751B-18747F711008}"/>
          </ac:spMkLst>
        </pc:spChg>
      </pc:sldChg>
      <pc:sldChg chg="addSp delSp modSp add mod">
        <pc:chgData name="Brüntrup, Luna Nox Fea" userId="e756c84f-b282-410e-9d44-26088df5a1d0" providerId="ADAL" clId="{6AA40660-2766-4BD1-A74F-821FA76EB466}" dt="2026-01-06T02:39:25.994" v="10323" actId="478"/>
        <pc:sldMkLst>
          <pc:docMk/>
          <pc:sldMk cId="1876752761" sldId="2147481869"/>
        </pc:sldMkLst>
        <pc:spChg chg="mod">
          <ac:chgData name="Brüntrup, Luna Nox Fea" userId="e756c84f-b282-410e-9d44-26088df5a1d0" providerId="ADAL" clId="{6AA40660-2766-4BD1-A74F-821FA76EB466}" dt="2026-01-06T00:11:15.281" v="6227" actId="20577"/>
          <ac:spMkLst>
            <pc:docMk/>
            <pc:sldMk cId="1876752761" sldId="2147481869"/>
            <ac:spMk id="3" creationId="{567A21B4-24A9-39A6-3080-420931F583A3}"/>
          </ac:spMkLst>
        </pc:spChg>
        <pc:spChg chg="add mod">
          <ac:chgData name="Brüntrup, Luna Nox Fea" userId="e756c84f-b282-410e-9d44-26088df5a1d0" providerId="ADAL" clId="{6AA40660-2766-4BD1-A74F-821FA76EB466}" dt="2026-01-06T00:43:21.641" v="7278" actId="1076"/>
          <ac:spMkLst>
            <pc:docMk/>
            <pc:sldMk cId="1876752761" sldId="2147481869"/>
            <ac:spMk id="4" creationId="{2BC5AFC6-94BA-6F3F-C754-E9D26588E700}"/>
          </ac:spMkLst>
        </pc:spChg>
        <pc:spChg chg="del">
          <ac:chgData name="Brüntrup, Luna Nox Fea" userId="e756c84f-b282-410e-9d44-26088df5a1d0" providerId="ADAL" clId="{6AA40660-2766-4BD1-A74F-821FA76EB466}" dt="2026-01-06T02:39:25.994" v="10323" actId="478"/>
          <ac:spMkLst>
            <pc:docMk/>
            <pc:sldMk cId="1876752761" sldId="2147481869"/>
            <ac:spMk id="7" creationId="{1C7B4CB8-F423-E761-85F3-0BF1F987317F}"/>
          </ac:spMkLst>
        </pc:spChg>
        <pc:spChg chg="mod">
          <ac:chgData name="Brüntrup, Luna Nox Fea" userId="e756c84f-b282-410e-9d44-26088df5a1d0" providerId="ADAL" clId="{6AA40660-2766-4BD1-A74F-821FA76EB466}" dt="2026-01-06T02:32:03.195" v="10191"/>
          <ac:spMkLst>
            <pc:docMk/>
            <pc:sldMk cId="1876752761" sldId="2147481869"/>
            <ac:spMk id="8" creationId="{B32D539C-B99D-671F-F58F-59871B7888E7}"/>
          </ac:spMkLst>
        </pc:spChg>
      </pc:sldChg>
      <pc:sldChg chg="addSp delSp modSp add mod">
        <pc:chgData name="Brüntrup, Luna Nox Fea" userId="e756c84f-b282-410e-9d44-26088df5a1d0" providerId="ADAL" clId="{6AA40660-2766-4BD1-A74F-821FA76EB466}" dt="2026-01-06T02:38:31.292" v="10304" actId="478"/>
        <pc:sldMkLst>
          <pc:docMk/>
          <pc:sldMk cId="2921317405" sldId="2147481870"/>
        </pc:sldMkLst>
        <pc:spChg chg="mod">
          <ac:chgData name="Brüntrup, Luna Nox Fea" userId="e756c84f-b282-410e-9d44-26088df5a1d0" providerId="ADAL" clId="{6AA40660-2766-4BD1-A74F-821FA76EB466}" dt="2026-01-06T00:40:43.339" v="7173" actId="14100"/>
          <ac:spMkLst>
            <pc:docMk/>
            <pc:sldMk cId="2921317405" sldId="2147481870"/>
            <ac:spMk id="2" creationId="{E7FB7E69-5B8F-6B3D-5385-FCB8214EB424}"/>
          </ac:spMkLst>
        </pc:spChg>
        <pc:spChg chg="mod">
          <ac:chgData name="Brüntrup, Luna Nox Fea" userId="e756c84f-b282-410e-9d44-26088df5a1d0" providerId="ADAL" clId="{6AA40660-2766-4BD1-A74F-821FA76EB466}" dt="2026-01-06T00:39:37.395" v="7157"/>
          <ac:spMkLst>
            <pc:docMk/>
            <pc:sldMk cId="2921317405" sldId="2147481870"/>
            <ac:spMk id="3" creationId="{FCE15E21-0BEA-B6DF-2DA2-4A1EDA0A236F}"/>
          </ac:spMkLst>
        </pc:spChg>
        <pc:spChg chg="add del mod">
          <ac:chgData name="Brüntrup, Luna Nox Fea" userId="e756c84f-b282-410e-9d44-26088df5a1d0" providerId="ADAL" clId="{6AA40660-2766-4BD1-A74F-821FA76EB466}" dt="2026-01-06T00:39:57.634" v="7160" actId="478"/>
          <ac:spMkLst>
            <pc:docMk/>
            <pc:sldMk cId="2921317405" sldId="2147481870"/>
            <ac:spMk id="5" creationId="{82137729-F858-3911-1701-0C7923319197}"/>
          </ac:spMkLst>
        </pc:spChg>
        <pc:spChg chg="del">
          <ac:chgData name="Brüntrup, Luna Nox Fea" userId="e756c84f-b282-410e-9d44-26088df5a1d0" providerId="ADAL" clId="{6AA40660-2766-4BD1-A74F-821FA76EB466}" dt="2026-01-06T02:38:31.292" v="10304" actId="478"/>
          <ac:spMkLst>
            <pc:docMk/>
            <pc:sldMk cId="2921317405" sldId="2147481870"/>
            <ac:spMk id="7" creationId="{4DE1DB9B-2CB7-CCD4-7859-91EC55BFE821}"/>
          </ac:spMkLst>
        </pc:spChg>
        <pc:spChg chg="mod">
          <ac:chgData name="Brüntrup, Luna Nox Fea" userId="e756c84f-b282-410e-9d44-26088df5a1d0" providerId="ADAL" clId="{6AA40660-2766-4BD1-A74F-821FA76EB466}" dt="2026-01-06T02:33:09.970" v="10209"/>
          <ac:spMkLst>
            <pc:docMk/>
            <pc:sldMk cId="2921317405" sldId="2147481870"/>
            <ac:spMk id="8" creationId="{88DAA593-0877-52FD-1AB0-4D6A0AC7AFE4}"/>
          </ac:spMkLst>
        </pc:spChg>
        <pc:spChg chg="del">
          <ac:chgData name="Brüntrup, Luna Nox Fea" userId="e756c84f-b282-410e-9d44-26088df5a1d0" providerId="ADAL" clId="{6AA40660-2766-4BD1-A74F-821FA76EB466}" dt="2026-01-06T00:39:55.842" v="7159" actId="478"/>
          <ac:spMkLst>
            <pc:docMk/>
            <pc:sldMk cId="2921317405" sldId="2147481870"/>
            <ac:spMk id="10" creationId="{D76878A1-06AF-60FD-640E-65A3924F3A55}"/>
          </ac:spMkLst>
        </pc:spChg>
      </pc:sldChg>
      <pc:sldChg chg="addSp delSp modSp add mod">
        <pc:chgData name="Brüntrup, Luna Nox Fea" userId="e756c84f-b282-410e-9d44-26088df5a1d0" providerId="ADAL" clId="{6AA40660-2766-4BD1-A74F-821FA76EB466}" dt="2026-01-06T02:38:42.616" v="10307" actId="478"/>
        <pc:sldMkLst>
          <pc:docMk/>
          <pc:sldMk cId="2235354465" sldId="2147481871"/>
        </pc:sldMkLst>
        <pc:spChg chg="mod">
          <ac:chgData name="Brüntrup, Luna Nox Fea" userId="e756c84f-b282-410e-9d44-26088df5a1d0" providerId="ADAL" clId="{6AA40660-2766-4BD1-A74F-821FA76EB466}" dt="2026-01-06T00:47:29.503" v="7347" actId="20577"/>
          <ac:spMkLst>
            <pc:docMk/>
            <pc:sldMk cId="2235354465" sldId="2147481871"/>
            <ac:spMk id="2" creationId="{18AA73EE-86C3-0123-803B-4B9897F11DA8}"/>
          </ac:spMkLst>
        </pc:spChg>
        <pc:spChg chg="mod">
          <ac:chgData name="Brüntrup, Luna Nox Fea" userId="e756c84f-b282-410e-9d44-26088df5a1d0" providerId="ADAL" clId="{6AA40660-2766-4BD1-A74F-821FA76EB466}" dt="2026-01-06T00:47:02.542" v="7305" actId="20577"/>
          <ac:spMkLst>
            <pc:docMk/>
            <pc:sldMk cId="2235354465" sldId="2147481871"/>
            <ac:spMk id="3" creationId="{1C026977-2CF4-2A13-5E80-D62F827766B0}"/>
          </ac:spMkLst>
        </pc:spChg>
        <pc:spChg chg="del">
          <ac:chgData name="Brüntrup, Luna Nox Fea" userId="e756c84f-b282-410e-9d44-26088df5a1d0" providerId="ADAL" clId="{6AA40660-2766-4BD1-A74F-821FA76EB466}" dt="2026-01-06T02:38:42.616" v="10307" actId="478"/>
          <ac:spMkLst>
            <pc:docMk/>
            <pc:sldMk cId="2235354465" sldId="2147481871"/>
            <ac:spMk id="7" creationId="{E5A054B4-A45C-1FDB-BA84-C5C7100AA48D}"/>
          </ac:spMkLst>
        </pc:spChg>
        <pc:spChg chg="mod">
          <ac:chgData name="Brüntrup, Luna Nox Fea" userId="e756c84f-b282-410e-9d44-26088df5a1d0" providerId="ADAL" clId="{6AA40660-2766-4BD1-A74F-821FA76EB466}" dt="2026-01-06T02:32:59.333" v="10206"/>
          <ac:spMkLst>
            <pc:docMk/>
            <pc:sldMk cId="2235354465" sldId="2147481871"/>
            <ac:spMk id="8" creationId="{76DDE22D-64A9-692F-C80A-C603AEE43EEA}"/>
          </ac:spMkLst>
        </pc:spChg>
        <pc:spChg chg="del mod">
          <ac:chgData name="Brüntrup, Luna Nox Fea" userId="e756c84f-b282-410e-9d44-26088df5a1d0" providerId="ADAL" clId="{6AA40660-2766-4BD1-A74F-821FA76EB466}" dt="2026-01-06T00:54:08.074" v="7647" actId="478"/>
          <ac:spMkLst>
            <pc:docMk/>
            <pc:sldMk cId="2235354465" sldId="2147481871"/>
            <ac:spMk id="10" creationId="{DC7F2B3B-1E95-DA06-1215-E6C65EC24AD3}"/>
          </ac:spMkLst>
        </pc:spChg>
        <pc:spChg chg="add del mod">
          <ac:chgData name="Brüntrup, Luna Nox Fea" userId="e756c84f-b282-410e-9d44-26088df5a1d0" providerId="ADAL" clId="{6AA40660-2766-4BD1-A74F-821FA76EB466}" dt="2026-01-06T00:54:10.737" v="7648" actId="478"/>
          <ac:spMkLst>
            <pc:docMk/>
            <pc:sldMk cId="2235354465" sldId="2147481871"/>
            <ac:spMk id="14" creationId="{031CDEDC-330B-F510-C138-F0BF56A806AE}"/>
          </ac:spMkLst>
        </pc:spChg>
        <pc:picChg chg="add mod">
          <ac:chgData name="Brüntrup, Luna Nox Fea" userId="e756c84f-b282-410e-9d44-26088df5a1d0" providerId="ADAL" clId="{6AA40660-2766-4BD1-A74F-821FA76EB466}" dt="2026-01-06T00:54:18.313" v="7650" actId="1076"/>
          <ac:picMkLst>
            <pc:docMk/>
            <pc:sldMk cId="2235354465" sldId="2147481871"/>
            <ac:picMk id="5" creationId="{A5BCB5C4-85DC-01C1-0C33-8613914294D8}"/>
          </ac:picMkLst>
        </pc:picChg>
        <pc:picChg chg="add mod">
          <ac:chgData name="Brüntrup, Luna Nox Fea" userId="e756c84f-b282-410e-9d44-26088df5a1d0" providerId="ADAL" clId="{6AA40660-2766-4BD1-A74F-821FA76EB466}" dt="2026-01-06T00:54:28.076" v="7654" actId="1076"/>
          <ac:picMkLst>
            <pc:docMk/>
            <pc:sldMk cId="2235354465" sldId="2147481871"/>
            <ac:picMk id="9" creationId="{DA9BDA0C-C212-49FC-DF4B-E9CADA9D7981}"/>
          </ac:picMkLst>
        </pc:picChg>
        <pc:picChg chg="add mod">
          <ac:chgData name="Brüntrup, Luna Nox Fea" userId="e756c84f-b282-410e-9d44-26088df5a1d0" providerId="ADAL" clId="{6AA40660-2766-4BD1-A74F-821FA76EB466}" dt="2026-01-06T00:54:34.781" v="7657" actId="1076"/>
          <ac:picMkLst>
            <pc:docMk/>
            <pc:sldMk cId="2235354465" sldId="2147481871"/>
            <ac:picMk id="12" creationId="{28205E45-9C5B-3D16-1783-C3B09822FDC6}"/>
          </ac:picMkLst>
        </pc:picChg>
      </pc:sldChg>
      <pc:sldChg chg="add del">
        <pc:chgData name="Brüntrup, Luna Nox Fea" userId="e756c84f-b282-410e-9d44-26088df5a1d0" providerId="ADAL" clId="{6AA40660-2766-4BD1-A74F-821FA76EB466}" dt="2026-01-06T02:30:42.749" v="10124" actId="47"/>
        <pc:sldMkLst>
          <pc:docMk/>
          <pc:sldMk cId="2193070020" sldId="2147481872"/>
        </pc:sldMkLst>
      </pc:sldChg>
      <pc:sldChg chg="delSp modSp add mod ord">
        <pc:chgData name="Brüntrup, Luna Nox Fea" userId="e756c84f-b282-410e-9d44-26088df5a1d0" providerId="ADAL" clId="{6AA40660-2766-4BD1-A74F-821FA76EB466}" dt="2026-01-06T02:38:38.405" v="10306" actId="478"/>
        <pc:sldMkLst>
          <pc:docMk/>
          <pc:sldMk cId="1319663889" sldId="2147481873"/>
        </pc:sldMkLst>
        <pc:spChg chg="mod">
          <ac:chgData name="Brüntrup, Luna Nox Fea" userId="e756c84f-b282-410e-9d44-26088df5a1d0" providerId="ADAL" clId="{6AA40660-2766-4BD1-A74F-821FA76EB466}" dt="2026-01-06T00:45:20.179" v="7295"/>
          <ac:spMkLst>
            <pc:docMk/>
            <pc:sldMk cId="1319663889" sldId="2147481873"/>
            <ac:spMk id="8" creationId="{A9D08DE0-664F-4282-D6A9-96B861D40E28}"/>
          </ac:spMkLst>
        </pc:spChg>
        <pc:spChg chg="del">
          <ac:chgData name="Brüntrup, Luna Nox Fea" userId="e756c84f-b282-410e-9d44-26088df5a1d0" providerId="ADAL" clId="{6AA40660-2766-4BD1-A74F-821FA76EB466}" dt="2026-01-06T02:38:38.405" v="10306" actId="478"/>
          <ac:spMkLst>
            <pc:docMk/>
            <pc:sldMk cId="1319663889" sldId="2147481873"/>
            <ac:spMk id="10" creationId="{3B32DE07-D4F6-3333-0306-02EE97D24DF1}"/>
          </ac:spMkLst>
        </pc:spChg>
        <pc:spChg chg="del">
          <ac:chgData name="Brüntrup, Luna Nox Fea" userId="e756c84f-b282-410e-9d44-26088df5a1d0" providerId="ADAL" clId="{6AA40660-2766-4BD1-A74F-821FA76EB466}" dt="2026-01-06T02:38:36.652" v="10305" actId="478"/>
          <ac:spMkLst>
            <pc:docMk/>
            <pc:sldMk cId="1319663889" sldId="2147481873"/>
            <ac:spMk id="11" creationId="{4AF657A8-6988-1038-E3D8-433E313C738A}"/>
          </ac:spMkLst>
        </pc:spChg>
        <pc:spChg chg="mod">
          <ac:chgData name="Brüntrup, Luna Nox Fea" userId="e756c84f-b282-410e-9d44-26088df5a1d0" providerId="ADAL" clId="{6AA40660-2766-4BD1-A74F-821FA76EB466}" dt="2026-01-06T02:33:04.632" v="10208" actId="14100"/>
          <ac:spMkLst>
            <pc:docMk/>
            <pc:sldMk cId="1319663889" sldId="2147481873"/>
            <ac:spMk id="12" creationId="{2072FF0F-B0C5-0BDB-22FA-D9088FF657B6}"/>
          </ac:spMkLst>
        </pc:spChg>
      </pc:sldChg>
      <pc:sldChg chg="delSp modSp add mod">
        <pc:chgData name="Brüntrup, Luna Nox Fea" userId="e756c84f-b282-410e-9d44-26088df5a1d0" providerId="ADAL" clId="{6AA40660-2766-4BD1-A74F-821FA76EB466}" dt="2026-01-06T02:38:45.254" v="10308" actId="478"/>
        <pc:sldMkLst>
          <pc:docMk/>
          <pc:sldMk cId="1880554932" sldId="2147481874"/>
        </pc:sldMkLst>
        <pc:spChg chg="mod">
          <ac:chgData name="Brüntrup, Luna Nox Fea" userId="e756c84f-b282-410e-9d44-26088df5a1d0" providerId="ADAL" clId="{6AA40660-2766-4BD1-A74F-821FA76EB466}" dt="2026-01-06T01:13:32.636" v="8528" actId="113"/>
          <ac:spMkLst>
            <pc:docMk/>
            <pc:sldMk cId="1880554932" sldId="2147481874"/>
            <ac:spMk id="2" creationId="{6E7CFB90-8271-BC15-5ECA-5882D5DF6CA7}"/>
          </ac:spMkLst>
        </pc:spChg>
        <pc:spChg chg="mod">
          <ac:chgData name="Brüntrup, Luna Nox Fea" userId="e756c84f-b282-410e-9d44-26088df5a1d0" providerId="ADAL" clId="{6AA40660-2766-4BD1-A74F-821FA76EB466}" dt="2026-01-06T01:38:55.774" v="9571"/>
          <ac:spMkLst>
            <pc:docMk/>
            <pc:sldMk cId="1880554932" sldId="2147481874"/>
            <ac:spMk id="3" creationId="{6FD979A9-57C7-1CE7-17E0-6E810F5D92B8}"/>
          </ac:spMkLst>
        </pc:spChg>
        <pc:spChg chg="del">
          <ac:chgData name="Brüntrup, Luna Nox Fea" userId="e756c84f-b282-410e-9d44-26088df5a1d0" providerId="ADAL" clId="{6AA40660-2766-4BD1-A74F-821FA76EB466}" dt="2026-01-06T02:38:45.254" v="10308" actId="478"/>
          <ac:spMkLst>
            <pc:docMk/>
            <pc:sldMk cId="1880554932" sldId="2147481874"/>
            <ac:spMk id="7" creationId="{8584A74B-6505-EBB8-3352-3AB1C8864780}"/>
          </ac:spMkLst>
        </pc:spChg>
        <pc:spChg chg="mod">
          <ac:chgData name="Brüntrup, Luna Nox Fea" userId="e756c84f-b282-410e-9d44-26088df5a1d0" providerId="ADAL" clId="{6AA40660-2766-4BD1-A74F-821FA76EB466}" dt="2026-01-06T02:32:54.737" v="10205"/>
          <ac:spMkLst>
            <pc:docMk/>
            <pc:sldMk cId="1880554932" sldId="2147481874"/>
            <ac:spMk id="8" creationId="{6686CCFE-EF0C-AB6C-8338-E4E14A3503BF}"/>
          </ac:spMkLst>
        </pc:spChg>
        <pc:spChg chg="mod">
          <ac:chgData name="Brüntrup, Luna Nox Fea" userId="e756c84f-b282-410e-9d44-26088df5a1d0" providerId="ADAL" clId="{6AA40660-2766-4BD1-A74F-821FA76EB466}" dt="2026-01-06T01:17:31.766" v="8668" actId="20577"/>
          <ac:spMkLst>
            <pc:docMk/>
            <pc:sldMk cId="1880554932" sldId="2147481874"/>
            <ac:spMk id="10" creationId="{2EEF1B65-B7C8-B152-F811-A502E4D9D916}"/>
          </ac:spMkLst>
        </pc:spChg>
      </pc:sldChg>
      <pc:sldChg chg="delSp modSp add mod ord">
        <pc:chgData name="Brüntrup, Luna Nox Fea" userId="e756c84f-b282-410e-9d44-26088df5a1d0" providerId="ADAL" clId="{6AA40660-2766-4BD1-A74F-821FA76EB466}" dt="2026-01-06T02:39:28.568" v="10324" actId="478"/>
        <pc:sldMkLst>
          <pc:docMk/>
          <pc:sldMk cId="2364042984" sldId="2147481875"/>
        </pc:sldMkLst>
        <pc:spChg chg="mod">
          <ac:chgData name="Brüntrup, Luna Nox Fea" userId="e756c84f-b282-410e-9d44-26088df5a1d0" providerId="ADAL" clId="{6AA40660-2766-4BD1-A74F-821FA76EB466}" dt="2026-01-06T02:02:50.548" v="10039" actId="20577"/>
          <ac:spMkLst>
            <pc:docMk/>
            <pc:sldMk cId="2364042984" sldId="2147481875"/>
            <ac:spMk id="2" creationId="{8E2333BF-F87D-269E-C002-1E77D96A7D88}"/>
          </ac:spMkLst>
        </pc:spChg>
        <pc:spChg chg="mod">
          <ac:chgData name="Brüntrup, Luna Nox Fea" userId="e756c84f-b282-410e-9d44-26088df5a1d0" providerId="ADAL" clId="{6AA40660-2766-4BD1-A74F-821FA76EB466}" dt="2026-01-06T01:00:40.332" v="7662" actId="20577"/>
          <ac:spMkLst>
            <pc:docMk/>
            <pc:sldMk cId="2364042984" sldId="2147481875"/>
            <ac:spMk id="3" creationId="{FB92E6F1-5BEC-929D-040F-FEA0B07A7105}"/>
          </ac:spMkLst>
        </pc:spChg>
        <pc:spChg chg="del">
          <ac:chgData name="Brüntrup, Luna Nox Fea" userId="e756c84f-b282-410e-9d44-26088df5a1d0" providerId="ADAL" clId="{6AA40660-2766-4BD1-A74F-821FA76EB466}" dt="2026-01-06T02:39:28.568" v="10324" actId="478"/>
          <ac:spMkLst>
            <pc:docMk/>
            <pc:sldMk cId="2364042984" sldId="2147481875"/>
            <ac:spMk id="7" creationId="{700F3DA4-E540-9535-834D-B5809E3C0D4C}"/>
          </ac:spMkLst>
        </pc:spChg>
        <pc:spChg chg="mod">
          <ac:chgData name="Brüntrup, Luna Nox Fea" userId="e756c84f-b282-410e-9d44-26088df5a1d0" providerId="ADAL" clId="{6AA40660-2766-4BD1-A74F-821FA76EB466}" dt="2026-01-06T02:31:52.616" v="10190" actId="20577"/>
          <ac:spMkLst>
            <pc:docMk/>
            <pc:sldMk cId="2364042984" sldId="2147481875"/>
            <ac:spMk id="8" creationId="{4A89A6BE-FE55-5A01-BF32-D01ABD28C839}"/>
          </ac:spMkLst>
        </pc:spChg>
      </pc:sldChg>
      <pc:sldChg chg="delSp modSp add mod">
        <pc:chgData name="Brüntrup, Luna Nox Fea" userId="e756c84f-b282-410e-9d44-26088df5a1d0" providerId="ADAL" clId="{6AA40660-2766-4BD1-A74F-821FA76EB466}" dt="2026-01-06T02:38:48.043" v="10309" actId="478"/>
        <pc:sldMkLst>
          <pc:docMk/>
          <pc:sldMk cId="3507859249" sldId="2147481876"/>
        </pc:sldMkLst>
        <pc:spChg chg="mod">
          <ac:chgData name="Brüntrup, Luna Nox Fea" userId="e756c84f-b282-410e-9d44-26088df5a1d0" providerId="ADAL" clId="{6AA40660-2766-4BD1-A74F-821FA76EB466}" dt="2026-01-06T01:27:29.047" v="9217" actId="20577"/>
          <ac:spMkLst>
            <pc:docMk/>
            <pc:sldMk cId="3507859249" sldId="2147481876"/>
            <ac:spMk id="2" creationId="{5C16E9D8-D18A-76EE-56E0-1AE7E9688149}"/>
          </ac:spMkLst>
        </pc:spChg>
        <pc:spChg chg="mod">
          <ac:chgData name="Brüntrup, Luna Nox Fea" userId="e756c84f-b282-410e-9d44-26088df5a1d0" providerId="ADAL" clId="{6AA40660-2766-4BD1-A74F-821FA76EB466}" dt="2026-01-06T01:18:32.155" v="8688" actId="20577"/>
          <ac:spMkLst>
            <pc:docMk/>
            <pc:sldMk cId="3507859249" sldId="2147481876"/>
            <ac:spMk id="3" creationId="{9548C5E3-7A1D-5422-1092-FB151013D8BB}"/>
          </ac:spMkLst>
        </pc:spChg>
        <pc:spChg chg="del">
          <ac:chgData name="Brüntrup, Luna Nox Fea" userId="e756c84f-b282-410e-9d44-26088df5a1d0" providerId="ADAL" clId="{6AA40660-2766-4BD1-A74F-821FA76EB466}" dt="2026-01-06T02:38:48.043" v="10309" actId="478"/>
          <ac:spMkLst>
            <pc:docMk/>
            <pc:sldMk cId="3507859249" sldId="2147481876"/>
            <ac:spMk id="7" creationId="{2191D11A-1E1E-5AA6-4F9C-361967257B33}"/>
          </ac:spMkLst>
        </pc:spChg>
        <pc:spChg chg="mod">
          <ac:chgData name="Brüntrup, Luna Nox Fea" userId="e756c84f-b282-410e-9d44-26088df5a1d0" providerId="ADAL" clId="{6AA40660-2766-4BD1-A74F-821FA76EB466}" dt="2026-01-06T02:32:50.367" v="10204"/>
          <ac:spMkLst>
            <pc:docMk/>
            <pc:sldMk cId="3507859249" sldId="2147481876"/>
            <ac:spMk id="8" creationId="{5F5B30D0-D5A2-476C-EAED-ABE26D21036C}"/>
          </ac:spMkLst>
        </pc:spChg>
        <pc:spChg chg="mod">
          <ac:chgData name="Brüntrup, Luna Nox Fea" userId="e756c84f-b282-410e-9d44-26088df5a1d0" providerId="ADAL" clId="{6AA40660-2766-4BD1-A74F-821FA76EB466}" dt="2026-01-06T01:26:15.782" v="9137"/>
          <ac:spMkLst>
            <pc:docMk/>
            <pc:sldMk cId="3507859249" sldId="2147481876"/>
            <ac:spMk id="10" creationId="{1789DDD1-E5B2-9C0E-4724-795F6066934F}"/>
          </ac:spMkLst>
        </pc:spChg>
      </pc:sldChg>
      <pc:sldChg chg="delSp modSp add mod">
        <pc:chgData name="Brüntrup, Luna Nox Fea" userId="e756c84f-b282-410e-9d44-26088df5a1d0" providerId="ADAL" clId="{6AA40660-2766-4BD1-A74F-821FA76EB466}" dt="2026-01-06T02:38:50.939" v="10310" actId="478"/>
        <pc:sldMkLst>
          <pc:docMk/>
          <pc:sldMk cId="1232536617" sldId="2147481877"/>
        </pc:sldMkLst>
        <pc:spChg chg="mod">
          <ac:chgData name="Brüntrup, Luna Nox Fea" userId="e756c84f-b282-410e-9d44-26088df5a1d0" providerId="ADAL" clId="{6AA40660-2766-4BD1-A74F-821FA76EB466}" dt="2026-01-06T01:29:11.680" v="9299" actId="20577"/>
          <ac:spMkLst>
            <pc:docMk/>
            <pc:sldMk cId="1232536617" sldId="2147481877"/>
            <ac:spMk id="2" creationId="{56A85392-A927-570F-2C15-405AADC02793}"/>
          </ac:spMkLst>
        </pc:spChg>
        <pc:spChg chg="mod">
          <ac:chgData name="Brüntrup, Luna Nox Fea" userId="e756c84f-b282-410e-9d44-26088df5a1d0" providerId="ADAL" clId="{6AA40660-2766-4BD1-A74F-821FA76EB466}" dt="2026-01-06T01:28:16.302" v="9237" actId="20577"/>
          <ac:spMkLst>
            <pc:docMk/>
            <pc:sldMk cId="1232536617" sldId="2147481877"/>
            <ac:spMk id="3" creationId="{8474A388-4C55-BC1A-F4C0-B34B8017E31E}"/>
          </ac:spMkLst>
        </pc:spChg>
        <pc:spChg chg="del">
          <ac:chgData name="Brüntrup, Luna Nox Fea" userId="e756c84f-b282-410e-9d44-26088df5a1d0" providerId="ADAL" clId="{6AA40660-2766-4BD1-A74F-821FA76EB466}" dt="2026-01-06T02:38:50.939" v="10310" actId="478"/>
          <ac:spMkLst>
            <pc:docMk/>
            <pc:sldMk cId="1232536617" sldId="2147481877"/>
            <ac:spMk id="7" creationId="{01FD6C7A-E456-E7C5-DBBB-8D4FAC77E68B}"/>
          </ac:spMkLst>
        </pc:spChg>
        <pc:spChg chg="mod">
          <ac:chgData name="Brüntrup, Luna Nox Fea" userId="e756c84f-b282-410e-9d44-26088df5a1d0" providerId="ADAL" clId="{6AA40660-2766-4BD1-A74F-821FA76EB466}" dt="2026-01-06T02:32:47.396" v="10203"/>
          <ac:spMkLst>
            <pc:docMk/>
            <pc:sldMk cId="1232536617" sldId="2147481877"/>
            <ac:spMk id="8" creationId="{78F276BC-24F3-1275-5FF3-0F1AE3F63D3A}"/>
          </ac:spMkLst>
        </pc:spChg>
        <pc:spChg chg="mod">
          <ac:chgData name="Brüntrup, Luna Nox Fea" userId="e756c84f-b282-410e-9d44-26088df5a1d0" providerId="ADAL" clId="{6AA40660-2766-4BD1-A74F-821FA76EB466}" dt="2026-01-06T01:32:33.411" v="9449" actId="5793"/>
          <ac:spMkLst>
            <pc:docMk/>
            <pc:sldMk cId="1232536617" sldId="2147481877"/>
            <ac:spMk id="10" creationId="{B20688D9-B20E-168C-6670-B6A3D5B47DD6}"/>
          </ac:spMkLst>
        </pc:spChg>
      </pc:sldChg>
      <pc:sldChg chg="addSp delSp modSp add mod">
        <pc:chgData name="Brüntrup, Luna Nox Fea" userId="e756c84f-b282-410e-9d44-26088df5a1d0" providerId="ADAL" clId="{6AA40660-2766-4BD1-A74F-821FA76EB466}" dt="2026-01-06T02:38:53.317" v="10311" actId="478"/>
        <pc:sldMkLst>
          <pc:docMk/>
          <pc:sldMk cId="4055625423" sldId="2147481878"/>
        </pc:sldMkLst>
        <pc:spChg chg="del">
          <ac:chgData name="Brüntrup, Luna Nox Fea" userId="e756c84f-b282-410e-9d44-26088df5a1d0" providerId="ADAL" clId="{6AA40660-2766-4BD1-A74F-821FA76EB466}" dt="2026-01-06T01:33:48.790" v="9470" actId="478"/>
          <ac:spMkLst>
            <pc:docMk/>
            <pc:sldMk cId="4055625423" sldId="2147481878"/>
            <ac:spMk id="2" creationId="{AA2817EA-2BFD-40E1-2908-663A1AA92427}"/>
          </ac:spMkLst>
        </pc:spChg>
        <pc:spChg chg="mod">
          <ac:chgData name="Brüntrup, Luna Nox Fea" userId="e756c84f-b282-410e-9d44-26088df5a1d0" providerId="ADAL" clId="{6AA40660-2766-4BD1-A74F-821FA76EB466}" dt="2026-01-06T01:33:04.493" v="9463" actId="20577"/>
          <ac:spMkLst>
            <pc:docMk/>
            <pc:sldMk cId="4055625423" sldId="2147481878"/>
            <ac:spMk id="3" creationId="{93C41F15-1940-8F26-EFFE-26CA17A53F09}"/>
          </ac:spMkLst>
        </pc:spChg>
        <pc:spChg chg="del">
          <ac:chgData name="Brüntrup, Luna Nox Fea" userId="e756c84f-b282-410e-9d44-26088df5a1d0" providerId="ADAL" clId="{6AA40660-2766-4BD1-A74F-821FA76EB466}" dt="2026-01-06T02:38:53.317" v="10311" actId="478"/>
          <ac:spMkLst>
            <pc:docMk/>
            <pc:sldMk cId="4055625423" sldId="2147481878"/>
            <ac:spMk id="7" creationId="{9745B699-3B29-B93E-CF8D-5A2FC3A0DA88}"/>
          </ac:spMkLst>
        </pc:spChg>
        <pc:spChg chg="mod">
          <ac:chgData name="Brüntrup, Luna Nox Fea" userId="e756c84f-b282-410e-9d44-26088df5a1d0" providerId="ADAL" clId="{6AA40660-2766-4BD1-A74F-821FA76EB466}" dt="2026-01-06T02:32:44.767" v="10202"/>
          <ac:spMkLst>
            <pc:docMk/>
            <pc:sldMk cId="4055625423" sldId="2147481878"/>
            <ac:spMk id="8" creationId="{17F7D20C-8D73-BD49-B387-7A486D7B399D}"/>
          </ac:spMkLst>
        </pc:spChg>
        <pc:spChg chg="add del mod">
          <ac:chgData name="Brüntrup, Luna Nox Fea" userId="e756c84f-b282-410e-9d44-26088df5a1d0" providerId="ADAL" clId="{6AA40660-2766-4BD1-A74F-821FA76EB466}" dt="2026-01-06T01:33:49.478" v="9471" actId="478"/>
          <ac:spMkLst>
            <pc:docMk/>
            <pc:sldMk cId="4055625423" sldId="2147481878"/>
            <ac:spMk id="9" creationId="{EDB510F2-17D2-8AF0-5C85-4A8572A817EB}"/>
          </ac:spMkLst>
        </pc:spChg>
        <pc:spChg chg="mod">
          <ac:chgData name="Brüntrup, Luna Nox Fea" userId="e756c84f-b282-410e-9d44-26088df5a1d0" providerId="ADAL" clId="{6AA40660-2766-4BD1-A74F-821FA76EB466}" dt="2026-01-06T01:35:18.019" v="9538" actId="115"/>
          <ac:spMkLst>
            <pc:docMk/>
            <pc:sldMk cId="4055625423" sldId="2147481878"/>
            <ac:spMk id="10" creationId="{6B0999AE-C3F3-AF38-CD83-14FF42BF46FE}"/>
          </ac:spMkLst>
        </pc:spChg>
        <pc:picChg chg="add mod">
          <ac:chgData name="Brüntrup, Luna Nox Fea" userId="e756c84f-b282-410e-9d44-26088df5a1d0" providerId="ADAL" clId="{6AA40660-2766-4BD1-A74F-821FA76EB466}" dt="2026-01-06T01:33:51.889" v="9472" actId="1076"/>
          <ac:picMkLst>
            <pc:docMk/>
            <pc:sldMk cId="4055625423" sldId="2147481878"/>
            <ac:picMk id="5" creationId="{DCE20C15-A031-B988-B3C6-1B75A40C395A}"/>
          </ac:picMkLst>
        </pc:picChg>
      </pc:sldChg>
      <pc:sldChg chg="addSp delSp modSp add mod">
        <pc:chgData name="Brüntrup, Luna Nox Fea" userId="e756c84f-b282-410e-9d44-26088df5a1d0" providerId="ADAL" clId="{6AA40660-2766-4BD1-A74F-821FA76EB466}" dt="2026-01-06T02:38:56.353" v="10312" actId="478"/>
        <pc:sldMkLst>
          <pc:docMk/>
          <pc:sldMk cId="1334824769" sldId="2147481879"/>
        </pc:sldMkLst>
        <pc:spChg chg="del">
          <ac:chgData name="Brüntrup, Luna Nox Fea" userId="e756c84f-b282-410e-9d44-26088df5a1d0" providerId="ADAL" clId="{6AA40660-2766-4BD1-A74F-821FA76EB466}" dt="2026-01-06T01:39:54.589" v="9574" actId="478"/>
          <ac:spMkLst>
            <pc:docMk/>
            <pc:sldMk cId="1334824769" sldId="2147481879"/>
            <ac:spMk id="2" creationId="{1B661061-FA08-2B45-55AE-AA0933728C43}"/>
          </ac:spMkLst>
        </pc:spChg>
        <pc:spChg chg="mod">
          <ac:chgData name="Brüntrup, Luna Nox Fea" userId="e756c84f-b282-410e-9d44-26088df5a1d0" providerId="ADAL" clId="{6AA40660-2766-4BD1-A74F-821FA76EB466}" dt="2026-01-06T01:49:59.358" v="9745" actId="20577"/>
          <ac:spMkLst>
            <pc:docMk/>
            <pc:sldMk cId="1334824769" sldId="2147481879"/>
            <ac:spMk id="3" creationId="{8A5BB62D-8AF8-0054-AE1B-7FBA039760C5}"/>
          </ac:spMkLst>
        </pc:spChg>
        <pc:spChg chg="add del mod">
          <ac:chgData name="Brüntrup, Luna Nox Fea" userId="e756c84f-b282-410e-9d44-26088df5a1d0" providerId="ADAL" clId="{6AA40660-2766-4BD1-A74F-821FA76EB466}" dt="2026-01-06T01:39:56.424" v="9575" actId="478"/>
          <ac:spMkLst>
            <pc:docMk/>
            <pc:sldMk cId="1334824769" sldId="2147481879"/>
            <ac:spMk id="5" creationId="{4EC45D11-E4C3-4B69-E470-B8007DE5E3C3}"/>
          </ac:spMkLst>
        </pc:spChg>
        <pc:spChg chg="add mod">
          <ac:chgData name="Brüntrup, Luna Nox Fea" userId="e756c84f-b282-410e-9d44-26088df5a1d0" providerId="ADAL" clId="{6AA40660-2766-4BD1-A74F-821FA76EB466}" dt="2026-01-06T01:49:23.936" v="9742" actId="14100"/>
          <ac:spMkLst>
            <pc:docMk/>
            <pc:sldMk cId="1334824769" sldId="2147481879"/>
            <ac:spMk id="6" creationId="{FD749DCB-045E-BFD1-D64A-C487C57E7E10}"/>
          </ac:spMkLst>
        </pc:spChg>
        <pc:spChg chg="del">
          <ac:chgData name="Brüntrup, Luna Nox Fea" userId="e756c84f-b282-410e-9d44-26088df5a1d0" providerId="ADAL" clId="{6AA40660-2766-4BD1-A74F-821FA76EB466}" dt="2026-01-06T02:38:56.353" v="10312" actId="478"/>
          <ac:spMkLst>
            <pc:docMk/>
            <pc:sldMk cId="1334824769" sldId="2147481879"/>
            <ac:spMk id="7" creationId="{D45794B4-AFA5-3CC1-1086-61E489FBC0FC}"/>
          </ac:spMkLst>
        </pc:spChg>
        <pc:spChg chg="mod">
          <ac:chgData name="Brüntrup, Luna Nox Fea" userId="e756c84f-b282-410e-9d44-26088df5a1d0" providerId="ADAL" clId="{6AA40660-2766-4BD1-A74F-821FA76EB466}" dt="2026-01-06T02:32:39.969" v="10201"/>
          <ac:spMkLst>
            <pc:docMk/>
            <pc:sldMk cId="1334824769" sldId="2147481879"/>
            <ac:spMk id="8" creationId="{FCBA2EA3-F363-8540-09F3-DF23848F5803}"/>
          </ac:spMkLst>
        </pc:spChg>
        <pc:spChg chg="mod">
          <ac:chgData name="Brüntrup, Luna Nox Fea" userId="e756c84f-b282-410e-9d44-26088df5a1d0" providerId="ADAL" clId="{6AA40660-2766-4BD1-A74F-821FA76EB466}" dt="2026-01-06T01:47:16.523" v="9711" actId="20577"/>
          <ac:spMkLst>
            <pc:docMk/>
            <pc:sldMk cId="1334824769" sldId="2147481879"/>
            <ac:spMk id="10" creationId="{A330C289-F5AA-CFA2-430B-A4E39AA453DE}"/>
          </ac:spMkLst>
        </pc:spChg>
        <pc:cxnChg chg="add mod">
          <ac:chgData name="Brüntrup, Luna Nox Fea" userId="e756c84f-b282-410e-9d44-26088df5a1d0" providerId="ADAL" clId="{6AA40660-2766-4BD1-A74F-821FA76EB466}" dt="2026-01-06T01:49:28.093" v="9743" actId="1076"/>
          <ac:cxnSpMkLst>
            <pc:docMk/>
            <pc:sldMk cId="1334824769" sldId="2147481879"/>
            <ac:cxnSpMk id="11" creationId="{ABD40759-35A0-D036-0910-77E6378ABC60}"/>
          </ac:cxnSpMkLst>
        </pc:cxnChg>
      </pc:sldChg>
      <pc:sldChg chg="delSp modSp add mod">
        <pc:chgData name="Brüntrup, Luna Nox Fea" userId="e756c84f-b282-410e-9d44-26088df5a1d0" providerId="ADAL" clId="{6AA40660-2766-4BD1-A74F-821FA76EB466}" dt="2026-01-06T02:39:13.604" v="10317" actId="478"/>
        <pc:sldMkLst>
          <pc:docMk/>
          <pc:sldMk cId="2651614653" sldId="2147481880"/>
        </pc:sldMkLst>
        <pc:spChg chg="del">
          <ac:chgData name="Brüntrup, Luna Nox Fea" userId="e756c84f-b282-410e-9d44-26088df5a1d0" providerId="ADAL" clId="{6AA40660-2766-4BD1-A74F-821FA76EB466}" dt="2026-01-06T02:39:13.604" v="10317" actId="478"/>
          <ac:spMkLst>
            <pc:docMk/>
            <pc:sldMk cId="2651614653" sldId="2147481880"/>
            <ac:spMk id="7" creationId="{81CA7845-A3EB-8289-5E0F-0B6D741ABE11}"/>
          </ac:spMkLst>
        </pc:spChg>
        <pc:spChg chg="mod">
          <ac:chgData name="Brüntrup, Luna Nox Fea" userId="e756c84f-b282-410e-9d44-26088df5a1d0" providerId="ADAL" clId="{6AA40660-2766-4BD1-A74F-821FA76EB466}" dt="2026-01-06T02:32:22.304" v="10196"/>
          <ac:spMkLst>
            <pc:docMk/>
            <pc:sldMk cId="2651614653" sldId="2147481880"/>
            <ac:spMk id="8" creationId="{15900611-F5F9-F823-E2E6-AB5801FC4A80}"/>
          </ac:spMkLst>
        </pc:spChg>
      </pc:sldChg>
      <pc:sldChg chg="delSp modSp add mod">
        <pc:chgData name="Brüntrup, Luna Nox Fea" userId="e756c84f-b282-410e-9d44-26088df5a1d0" providerId="ADAL" clId="{6AA40660-2766-4BD1-A74F-821FA76EB466}" dt="2026-01-06T02:39:01.507" v="10313" actId="478"/>
        <pc:sldMkLst>
          <pc:docMk/>
          <pc:sldMk cId="3573771183" sldId="2147481881"/>
        </pc:sldMkLst>
        <pc:spChg chg="mod">
          <ac:chgData name="Brüntrup, Luna Nox Fea" userId="e756c84f-b282-410e-9d44-26088df5a1d0" providerId="ADAL" clId="{6AA40660-2766-4BD1-A74F-821FA76EB466}" dt="2026-01-06T01:50:23.764" v="9767" actId="20577"/>
          <ac:spMkLst>
            <pc:docMk/>
            <pc:sldMk cId="3573771183" sldId="2147481881"/>
            <ac:spMk id="3" creationId="{B40303A9-67ED-B320-3F80-1873185B5ADF}"/>
          </ac:spMkLst>
        </pc:spChg>
        <pc:spChg chg="del">
          <ac:chgData name="Brüntrup, Luna Nox Fea" userId="e756c84f-b282-410e-9d44-26088df5a1d0" providerId="ADAL" clId="{6AA40660-2766-4BD1-A74F-821FA76EB466}" dt="2026-01-06T02:39:01.507" v="10313" actId="478"/>
          <ac:spMkLst>
            <pc:docMk/>
            <pc:sldMk cId="3573771183" sldId="2147481881"/>
            <ac:spMk id="7" creationId="{8D7E8E8A-6C2C-C657-797A-0EBCD7122F1B}"/>
          </ac:spMkLst>
        </pc:spChg>
        <pc:spChg chg="mod">
          <ac:chgData name="Brüntrup, Luna Nox Fea" userId="e756c84f-b282-410e-9d44-26088df5a1d0" providerId="ADAL" clId="{6AA40660-2766-4BD1-A74F-821FA76EB466}" dt="2026-01-06T02:32:36.733" v="10200"/>
          <ac:spMkLst>
            <pc:docMk/>
            <pc:sldMk cId="3573771183" sldId="2147481881"/>
            <ac:spMk id="8" creationId="{428CB356-3C8B-A030-4938-0500C1DD49CB}"/>
          </ac:spMkLst>
        </pc:spChg>
        <pc:spChg chg="mod">
          <ac:chgData name="Brüntrup, Luna Nox Fea" userId="e756c84f-b282-410e-9d44-26088df5a1d0" providerId="ADAL" clId="{6AA40660-2766-4BD1-A74F-821FA76EB466}" dt="2026-01-06T01:51:59.451" v="9789"/>
          <ac:spMkLst>
            <pc:docMk/>
            <pc:sldMk cId="3573771183" sldId="2147481881"/>
            <ac:spMk id="10" creationId="{A1783B4F-860D-5B1A-7856-6530A6A69EF2}"/>
          </ac:spMkLst>
        </pc:spChg>
      </pc:sldChg>
      <pc:sldChg chg="delSp modSp add mod">
        <pc:chgData name="Brüntrup, Luna Nox Fea" userId="e756c84f-b282-410e-9d44-26088df5a1d0" providerId="ADAL" clId="{6AA40660-2766-4BD1-A74F-821FA76EB466}" dt="2026-01-06T02:39:04.790" v="10314" actId="478"/>
        <pc:sldMkLst>
          <pc:docMk/>
          <pc:sldMk cId="2526433449" sldId="2147481882"/>
        </pc:sldMkLst>
        <pc:spChg chg="del">
          <ac:chgData name="Brüntrup, Luna Nox Fea" userId="e756c84f-b282-410e-9d44-26088df5a1d0" providerId="ADAL" clId="{6AA40660-2766-4BD1-A74F-821FA76EB466}" dt="2026-01-06T02:39:04.790" v="10314" actId="478"/>
          <ac:spMkLst>
            <pc:docMk/>
            <pc:sldMk cId="2526433449" sldId="2147481882"/>
            <ac:spMk id="7" creationId="{C34C405D-3008-CA5C-2FF0-9A90AEF30AF7}"/>
          </ac:spMkLst>
        </pc:spChg>
        <pc:spChg chg="mod">
          <ac:chgData name="Brüntrup, Luna Nox Fea" userId="e756c84f-b282-410e-9d44-26088df5a1d0" providerId="ADAL" clId="{6AA40660-2766-4BD1-A74F-821FA76EB466}" dt="2026-01-06T02:32:33.982" v="10199"/>
          <ac:spMkLst>
            <pc:docMk/>
            <pc:sldMk cId="2526433449" sldId="2147481882"/>
            <ac:spMk id="8" creationId="{00DE83F8-515E-ABFB-A8FD-08B7B29AAFAA}"/>
          </ac:spMkLst>
        </pc:spChg>
        <pc:spChg chg="mod">
          <ac:chgData name="Brüntrup, Luna Nox Fea" userId="e756c84f-b282-410e-9d44-26088df5a1d0" providerId="ADAL" clId="{6AA40660-2766-4BD1-A74F-821FA76EB466}" dt="2026-01-06T01:54:06.118" v="9818"/>
          <ac:spMkLst>
            <pc:docMk/>
            <pc:sldMk cId="2526433449" sldId="2147481882"/>
            <ac:spMk id="10" creationId="{38E40D65-AA94-A10A-E27F-1AD6D1220A3C}"/>
          </ac:spMkLst>
        </pc:spChg>
      </pc:sldChg>
      <pc:sldChg chg="delSp modSp add mod">
        <pc:chgData name="Brüntrup, Luna Nox Fea" userId="e756c84f-b282-410e-9d44-26088df5a1d0" providerId="ADAL" clId="{6AA40660-2766-4BD1-A74F-821FA76EB466}" dt="2026-01-06T02:39:07.095" v="10315" actId="478"/>
        <pc:sldMkLst>
          <pc:docMk/>
          <pc:sldMk cId="1356993522" sldId="2147481883"/>
        </pc:sldMkLst>
        <pc:spChg chg="del">
          <ac:chgData name="Brüntrup, Luna Nox Fea" userId="e756c84f-b282-410e-9d44-26088df5a1d0" providerId="ADAL" clId="{6AA40660-2766-4BD1-A74F-821FA76EB466}" dt="2026-01-06T02:39:07.095" v="10315" actId="478"/>
          <ac:spMkLst>
            <pc:docMk/>
            <pc:sldMk cId="1356993522" sldId="2147481883"/>
            <ac:spMk id="7" creationId="{FFBBB1C8-FC82-3CFC-3D09-0539A26B0A7A}"/>
          </ac:spMkLst>
        </pc:spChg>
        <pc:spChg chg="mod">
          <ac:chgData name="Brüntrup, Luna Nox Fea" userId="e756c84f-b282-410e-9d44-26088df5a1d0" providerId="ADAL" clId="{6AA40660-2766-4BD1-A74F-821FA76EB466}" dt="2026-01-06T02:32:30.763" v="10198"/>
          <ac:spMkLst>
            <pc:docMk/>
            <pc:sldMk cId="1356993522" sldId="2147481883"/>
            <ac:spMk id="8" creationId="{754295BB-72FF-DD2C-4189-0A8BEDC33291}"/>
          </ac:spMkLst>
        </pc:spChg>
        <pc:spChg chg="mod">
          <ac:chgData name="Brüntrup, Luna Nox Fea" userId="e756c84f-b282-410e-9d44-26088df5a1d0" providerId="ADAL" clId="{6AA40660-2766-4BD1-A74F-821FA76EB466}" dt="2026-01-06T01:55:12.360" v="9822" actId="20577"/>
          <ac:spMkLst>
            <pc:docMk/>
            <pc:sldMk cId="1356993522" sldId="2147481883"/>
            <ac:spMk id="10" creationId="{25FBBDB6-67F2-EF69-BD2B-25C2C822A9FE}"/>
          </ac:spMkLst>
        </pc:spChg>
      </pc:sldChg>
      <pc:sldChg chg="addSp delSp modSp add mod">
        <pc:chgData name="Brüntrup, Luna Nox Fea" userId="e756c84f-b282-410e-9d44-26088df5a1d0" providerId="ADAL" clId="{6AA40660-2766-4BD1-A74F-821FA76EB466}" dt="2026-01-06T02:39:10.652" v="10316" actId="478"/>
        <pc:sldMkLst>
          <pc:docMk/>
          <pc:sldMk cId="350746444" sldId="2147481884"/>
        </pc:sldMkLst>
        <pc:spChg chg="add del mod">
          <ac:chgData name="Brüntrup, Luna Nox Fea" userId="e756c84f-b282-410e-9d44-26088df5a1d0" providerId="ADAL" clId="{6AA40660-2766-4BD1-A74F-821FA76EB466}" dt="2026-01-06T02:29:20.279" v="10117" actId="478"/>
          <ac:spMkLst>
            <pc:docMk/>
            <pc:sldMk cId="350746444" sldId="2147481884"/>
            <ac:spMk id="2" creationId="{7857D705-B650-2E85-8574-8CF36AD708CB}"/>
          </ac:spMkLst>
        </pc:spChg>
        <pc:spChg chg="del">
          <ac:chgData name="Brüntrup, Luna Nox Fea" userId="e756c84f-b282-410e-9d44-26088df5a1d0" providerId="ADAL" clId="{6AA40660-2766-4BD1-A74F-821FA76EB466}" dt="2026-01-06T02:39:10.652" v="10316" actId="478"/>
          <ac:spMkLst>
            <pc:docMk/>
            <pc:sldMk cId="350746444" sldId="2147481884"/>
            <ac:spMk id="7" creationId="{09614008-0ABB-053E-D52F-03509BC2A85E}"/>
          </ac:spMkLst>
        </pc:spChg>
        <pc:spChg chg="mod">
          <ac:chgData name="Brüntrup, Luna Nox Fea" userId="e756c84f-b282-410e-9d44-26088df5a1d0" providerId="ADAL" clId="{6AA40660-2766-4BD1-A74F-821FA76EB466}" dt="2026-01-06T02:32:26.794" v="10197"/>
          <ac:spMkLst>
            <pc:docMk/>
            <pc:sldMk cId="350746444" sldId="2147481884"/>
            <ac:spMk id="8" creationId="{A5AA2310-AAA6-CF9B-79F2-3866A9E40C09}"/>
          </ac:spMkLst>
        </pc:spChg>
        <pc:spChg chg="mod">
          <ac:chgData name="Brüntrup, Luna Nox Fea" userId="e756c84f-b282-410e-9d44-26088df5a1d0" providerId="ADAL" clId="{6AA40660-2766-4BD1-A74F-821FA76EB466}" dt="2026-01-06T01:59:15.792" v="9883" actId="20577"/>
          <ac:spMkLst>
            <pc:docMk/>
            <pc:sldMk cId="350746444" sldId="2147481884"/>
            <ac:spMk id="10" creationId="{515A7C09-85BA-01A5-548D-7BBCDA9811CF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ED07A27F-0B24-4F32-9277-7EEBA329E72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C97DF44-844E-4EDC-8380-84AB17C4BD4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5F3136-E1EB-4003-A604-A7ADCA986A7A}" type="datetimeFigureOut">
              <a:rPr lang="de-DE" smtClean="0"/>
              <a:t>05.01.2026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9666A50-5DE1-45BE-8105-A76F9E3C800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BD38B0A-9355-47C1-AAC0-858777FF992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BB3AAB-FE3C-4133-9FC6-6DA4495BECD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8524144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9BDBB7-78C1-47D7-ADDE-2A30F9A7DC5B}" type="datetimeFigureOut">
              <a:rPr lang="de-DE" smtClean="0"/>
              <a:t>05.01.2026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70E577-3BA6-4CCF-B64C-DFD6039318E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2414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7" Type="http://schemas.openxmlformats.org/officeDocument/2006/relationships/image" Target="../media/image3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6" Type="http://schemas.openxmlformats.org/officeDocument/2006/relationships/image" Target="../media/image2.png"/><Relationship Id="rId5" Type="http://schemas.openxmlformats.org/officeDocument/2006/relationships/image" Target="../media/image4.jpeg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7" Type="http://schemas.openxmlformats.org/officeDocument/2006/relationships/image" Target="../media/image3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6" Type="http://schemas.openxmlformats.org/officeDocument/2006/relationships/image" Target="../media/image2.png"/><Relationship Id="rId5" Type="http://schemas.openxmlformats.org/officeDocument/2006/relationships/image" Target="../media/image4.jpeg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7" Type="http://schemas.openxmlformats.org/officeDocument/2006/relationships/image" Target="../media/image3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7" Type="http://schemas.openxmlformats.org/officeDocument/2006/relationships/image" Target="../media/image3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7" Type="http://schemas.openxmlformats.org/officeDocument/2006/relationships/image" Target="../media/image3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6" Type="http://schemas.openxmlformats.org/officeDocument/2006/relationships/image" Target="../media/image2.png"/><Relationship Id="rId5" Type="http://schemas.openxmlformats.org/officeDocument/2006/relationships/image" Target="../media/image6.jpeg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7" Type="http://schemas.openxmlformats.org/officeDocument/2006/relationships/image" Target="../media/image3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image" Target="../media/image1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1.emf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4" Type="http://schemas.openxmlformats.org/officeDocument/2006/relationships/image" Target="../media/image1.emf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7.svg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6" Type="http://schemas.openxmlformats.org/officeDocument/2006/relationships/image" Target="../media/image6.jpeg"/><Relationship Id="rId5" Type="http://schemas.openxmlformats.org/officeDocument/2006/relationships/image" Target="../media/image18.emf"/><Relationship Id="rId4" Type="http://schemas.openxmlformats.org/officeDocument/2006/relationships/image" Target="../media/image1.emf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B2BE2153-0007-4BE7-52BD-A766D5E78A37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3111799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532" imgH="533" progId="TCLayout.ActiveDocument.1">
                  <p:embed/>
                </p:oleObj>
              </mc:Choice>
              <mc:Fallback>
                <p:oleObj name="think-cell Folie" r:id="rId3" imgW="532" imgH="533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2BE2153-0007-4BE7-52BD-A766D5E78A3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D87F80CB-5B3D-440B-A4B1-EA779B2FA34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17256" y="4773083"/>
            <a:ext cx="8640000" cy="1051975"/>
          </a:xfrm>
        </p:spPr>
        <p:txBody>
          <a:bodyPr vert="horz" rIns="0" anchor="t" anchorCtr="0"/>
          <a:lstStyle>
            <a:lvl1pPr algn="l">
              <a:lnSpc>
                <a:spcPts val="4000"/>
              </a:lnSpc>
              <a:spcAft>
                <a:spcPts val="0"/>
              </a:spcAft>
              <a:defRPr sz="3200" cap="all" baseline="0">
                <a:solidFill>
                  <a:srgbClr val="E30613"/>
                </a:solidFill>
              </a:defRPr>
            </a:lvl1pPr>
          </a:lstStyle>
          <a:p>
            <a:r>
              <a:rPr lang="de-DE" dirty="0"/>
              <a:t>Titel </a:t>
            </a:r>
            <a:br>
              <a:rPr lang="de-DE" dirty="0"/>
            </a:br>
            <a:r>
              <a:rPr lang="de-DE" dirty="0"/>
              <a:t>zweizeilig möglich</a:t>
            </a:r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5615AE06-622D-4A94-8F7D-151618E0582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900"/>
            <a:ext cx="12191999" cy="4561653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/>
            </a:lvl1pPr>
          </a:lstStyle>
          <a:p>
            <a:br>
              <a:rPr lang="de-DE" dirty="0"/>
            </a:b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Bild einfügen</a:t>
            </a:r>
          </a:p>
        </p:txBody>
      </p:sp>
      <p:sp>
        <p:nvSpPr>
          <p:cNvPr id="25" name="Verlauf">
            <a:extLst>
              <a:ext uri="{FF2B5EF4-FFF2-40B4-BE49-F238E27FC236}">
                <a16:creationId xmlns:a16="http://schemas.microsoft.com/office/drawing/2014/main" id="{C36AE288-2C81-4EFD-ACCB-0B6084EF8DC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0" y="4303353"/>
            <a:ext cx="12192000" cy="259200"/>
          </a:xfrm>
          <a:blipFill dpi="0" rotWithShape="1">
            <a:blip r:embed="rId5" cstate="screen">
              <a:alphaModFix amt="9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lIns="72000" tIns="216000" bIns="72000" anchor="b" anchorCtr="0"/>
          <a:lstStyle>
            <a:lvl1pPr>
              <a:defRPr sz="1333"/>
            </a:lvl1pPr>
          </a:lstStyle>
          <a:p>
            <a:pPr lvl="0"/>
            <a:r>
              <a:rPr lang="de-DE" dirty="0"/>
              <a:t>Verlauf  bitte nicht verschieben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1994674D-DAE9-F3F2-FD4D-AA144AD3D78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47600" y="5672765"/>
            <a:ext cx="2279529" cy="902060"/>
          </a:xfrm>
          <a:prstGeom prst="rect">
            <a:avLst/>
          </a:prstGeom>
        </p:spPr>
      </p:pic>
      <p:sp>
        <p:nvSpPr>
          <p:cNvPr id="5" name="Datumsplatzhalter 12">
            <a:extLst>
              <a:ext uri="{FF2B5EF4-FFF2-40B4-BE49-F238E27FC236}">
                <a16:creationId xmlns:a16="http://schemas.microsoft.com/office/drawing/2014/main" id="{3FDB43EC-A283-C8F8-7018-23F875DA8D6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05420" y="6316151"/>
            <a:ext cx="1148278" cy="252000"/>
          </a:xfrm>
        </p:spPr>
        <p:txBody>
          <a:bodyPr/>
          <a:lstStyle>
            <a:lvl1pPr algn="l">
              <a:defRPr sz="1400"/>
            </a:lvl1pPr>
          </a:lstStyle>
          <a:p>
            <a:fld id="{C5BAB1C2-B95E-46E9-ACD9-692B4877A4DB}" type="datetime1">
              <a:rPr lang="de-DE" smtClean="0"/>
              <a:t>05.01.2026</a:t>
            </a:fld>
            <a:r>
              <a:rPr lang="de-DE"/>
              <a:t>,</a:t>
            </a:r>
            <a:endParaRPr lang="de-DE" dirty="0"/>
          </a:p>
        </p:txBody>
      </p:sp>
      <p:sp>
        <p:nvSpPr>
          <p:cNvPr id="7" name="Fußzeilenplatzhalter 13">
            <a:extLst>
              <a:ext uri="{FF2B5EF4-FFF2-40B4-BE49-F238E27FC236}">
                <a16:creationId xmlns:a16="http://schemas.microsoft.com/office/drawing/2014/main" id="{3D8D294E-993B-18F8-732C-6CB9A08E225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959616" y="6316151"/>
            <a:ext cx="7491722" cy="252000"/>
          </a:xfrm>
        </p:spPr>
        <p:txBody>
          <a:bodyPr vert="horz" lIns="0" tIns="0" rIns="0" bIns="0" rtlCol="0" anchor="t" anchorCtr="0">
            <a:noAutofit/>
          </a:bodyPr>
          <a:lstStyle>
            <a:lvl1pPr algn="l">
              <a:defRPr lang="de-DE" sz="1400" smtClean="0"/>
            </a:lvl1pPr>
          </a:lstStyle>
          <a:p>
            <a:r>
              <a:rPr lang="de-DE" dirty="0"/>
              <a:t>Name, Bereich</a:t>
            </a:r>
            <a:endParaRPr lang="de-DE" sz="1400" dirty="0"/>
          </a:p>
        </p:txBody>
      </p:sp>
    </p:spTree>
    <p:extLst>
      <p:ext uri="{BB962C8B-B14F-4D97-AF65-F5344CB8AC3E}">
        <p14:creationId xmlns:p14="http://schemas.microsoft.com/office/powerpoint/2010/main" val="37670224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06" userDrawn="1">
          <p15:clr>
            <a:srgbClr val="A4A3A4"/>
          </p15:clr>
        </p15:guide>
        <p15:guide id="5" orient="horz" pos="3007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3B218D08-70CA-3FF8-89D0-21960AA64C16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8215627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532" imgH="533" progId="TCLayout.ActiveDocument.1">
                  <p:embed/>
                </p:oleObj>
              </mc:Choice>
              <mc:Fallback>
                <p:oleObj name="think-cell Folie" r:id="rId3" imgW="532" imgH="533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B218D08-70CA-3FF8-89D0-21960AA64C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Bildplatzhalter">
            <a:extLst>
              <a:ext uri="{FF2B5EF4-FFF2-40B4-BE49-F238E27FC236}">
                <a16:creationId xmlns:a16="http://schemas.microsoft.com/office/drawing/2014/main" id="{5615AE06-622D-4A94-8F7D-151618E0582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900"/>
            <a:ext cx="12191999" cy="4561653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/>
            </a:lvl1pPr>
          </a:lstStyle>
          <a:p>
            <a:br>
              <a:rPr lang="de-DE" dirty="0"/>
            </a:b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Bild einfügen</a:t>
            </a:r>
          </a:p>
        </p:txBody>
      </p:sp>
      <p:sp>
        <p:nvSpPr>
          <p:cNvPr id="7" name="Textplatzhalter">
            <a:extLst>
              <a:ext uri="{FF2B5EF4-FFF2-40B4-BE49-F238E27FC236}">
                <a16:creationId xmlns:a16="http://schemas.microsoft.com/office/drawing/2014/main" id="{AC00EA51-400A-4ABA-9488-66AB2BDD02C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14917" y="5362999"/>
            <a:ext cx="8640000" cy="336000"/>
          </a:xfrm>
        </p:spPr>
        <p:txBody>
          <a:bodyPr/>
          <a:lstStyle>
            <a:lvl1pPr marL="0" indent="0">
              <a:spcAft>
                <a:spcPts val="0"/>
              </a:spcAft>
              <a:buFont typeface="Verdana" panose="020B0604030504040204" pitchFamily="34" charset="0"/>
              <a:buNone/>
              <a:defRPr b="0"/>
            </a:lvl1pPr>
            <a:lvl2pPr marL="0" indent="0">
              <a:spcAft>
                <a:spcPts val="0"/>
              </a:spcAft>
              <a:buFont typeface="Verdana" panose="020B0604030504040204" pitchFamily="34" charset="0"/>
              <a:buNone/>
              <a:defRPr b="0"/>
            </a:lvl2pPr>
            <a:lvl3pPr marL="0" indent="0">
              <a:spcAft>
                <a:spcPts val="0"/>
              </a:spcAft>
              <a:buNone/>
              <a:defRPr b="0"/>
            </a:lvl3pPr>
            <a:lvl4pPr marL="0" indent="0">
              <a:spcAft>
                <a:spcPts val="0"/>
              </a:spcAft>
              <a:buNone/>
              <a:defRPr b="0"/>
            </a:lvl4pPr>
            <a:lvl5pPr marL="0" indent="0">
              <a:spcAft>
                <a:spcPts val="0"/>
              </a:spcAft>
              <a:buNone/>
              <a:defRPr b="0"/>
            </a:lvl5pPr>
            <a:lvl6pPr marL="0" indent="0">
              <a:spcAft>
                <a:spcPts val="0"/>
              </a:spcAft>
              <a:buFont typeface="Verdana" panose="020B0604030504040204" pitchFamily="34" charset="0"/>
              <a:buNone/>
              <a:defRPr b="0"/>
            </a:lvl6pPr>
            <a:lvl7pPr marL="0" indent="0">
              <a:spcAft>
                <a:spcPts val="0"/>
              </a:spcAft>
              <a:buFont typeface="Verdana" panose="020B0604030504040204" pitchFamily="34" charset="0"/>
              <a:buNone/>
              <a:defRPr b="0"/>
            </a:lvl7pPr>
            <a:lvl8pPr marL="0" indent="0">
              <a:spcAft>
                <a:spcPts val="0"/>
              </a:spcAft>
              <a:buFont typeface="Verdana" panose="020B0604030504040204" pitchFamily="34" charset="0"/>
              <a:buNone/>
              <a:defRPr b="0"/>
            </a:lvl8pPr>
            <a:lvl9pPr marL="0" indent="0">
              <a:spcAft>
                <a:spcPts val="0"/>
              </a:spcAft>
              <a:buFont typeface="Verdana" panose="020B0604030504040204" pitchFamily="34" charset="0"/>
              <a:buNone/>
              <a:defRPr b="0"/>
            </a:lvl9pPr>
          </a:lstStyle>
          <a:p>
            <a:pPr lvl="0"/>
            <a:r>
              <a:rPr lang="de-DE" dirty="0"/>
              <a:t>Subheadline</a:t>
            </a:r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D87F80CB-5B3D-440B-A4B1-EA779B2FA34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17256" y="4773083"/>
            <a:ext cx="8640000" cy="479999"/>
          </a:xfrm>
        </p:spPr>
        <p:txBody>
          <a:bodyPr vert="horz" rIns="0" anchor="t" anchorCtr="0"/>
          <a:lstStyle>
            <a:lvl1pPr algn="l">
              <a:lnSpc>
                <a:spcPts val="4000"/>
              </a:lnSpc>
              <a:spcAft>
                <a:spcPts val="0"/>
              </a:spcAft>
              <a:defRPr sz="3200" cap="all" baseline="0">
                <a:solidFill>
                  <a:srgbClr val="E30613"/>
                </a:solidFill>
              </a:defRPr>
            </a:lvl1pPr>
          </a:lstStyle>
          <a:p>
            <a:r>
              <a:rPr lang="de-DE" dirty="0"/>
              <a:t>Titel einzeilig</a:t>
            </a:r>
          </a:p>
        </p:txBody>
      </p:sp>
      <p:sp>
        <p:nvSpPr>
          <p:cNvPr id="23" name="Verlauf">
            <a:extLst>
              <a:ext uri="{FF2B5EF4-FFF2-40B4-BE49-F238E27FC236}">
                <a16:creationId xmlns:a16="http://schemas.microsoft.com/office/drawing/2014/main" id="{9D0B2036-3FE3-4871-891C-639921EFE51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0" y="4303353"/>
            <a:ext cx="12192000" cy="259200"/>
          </a:xfrm>
          <a:blipFill dpi="0" rotWithShape="1">
            <a:blip r:embed="rId5" cstate="screen">
              <a:alphaModFix amt="9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lIns="72000" tIns="216000" bIns="72000" anchor="b" anchorCtr="0"/>
          <a:lstStyle>
            <a:lvl1pPr>
              <a:defRPr sz="1333"/>
            </a:lvl1pPr>
          </a:lstStyle>
          <a:p>
            <a:pPr lvl="0"/>
            <a:r>
              <a:rPr lang="de-DE" dirty="0"/>
              <a:t>Verlauf bitte nicht verschieben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27743FD0-1237-B378-2667-776A5EF0E56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47600" y="5672765"/>
            <a:ext cx="2279529" cy="902060"/>
          </a:xfrm>
          <a:prstGeom prst="rect">
            <a:avLst/>
          </a:prstGeom>
        </p:spPr>
      </p:pic>
      <p:sp>
        <p:nvSpPr>
          <p:cNvPr id="6" name="Datumsplatzhalter 12">
            <a:extLst>
              <a:ext uri="{FF2B5EF4-FFF2-40B4-BE49-F238E27FC236}">
                <a16:creationId xmlns:a16="http://schemas.microsoft.com/office/drawing/2014/main" id="{8F4BEEEF-2AD5-6FF0-CC58-D09A52B07B5C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805420" y="6316151"/>
            <a:ext cx="1148278" cy="252000"/>
          </a:xfrm>
        </p:spPr>
        <p:txBody>
          <a:bodyPr/>
          <a:lstStyle>
            <a:lvl1pPr algn="l">
              <a:defRPr sz="1400"/>
            </a:lvl1pPr>
          </a:lstStyle>
          <a:p>
            <a:fld id="{E83B46C3-D3AB-4BD0-A0BF-3748CABCFA13}" type="datetime1">
              <a:rPr lang="de-DE" smtClean="0"/>
              <a:t>05.01.2026</a:t>
            </a:fld>
            <a:r>
              <a:rPr lang="de-DE"/>
              <a:t>,</a:t>
            </a:r>
            <a:endParaRPr lang="de-DE" dirty="0"/>
          </a:p>
        </p:txBody>
      </p:sp>
      <p:sp>
        <p:nvSpPr>
          <p:cNvPr id="8" name="Fußzeilenplatzhalter 13">
            <a:extLst>
              <a:ext uri="{FF2B5EF4-FFF2-40B4-BE49-F238E27FC236}">
                <a16:creationId xmlns:a16="http://schemas.microsoft.com/office/drawing/2014/main" id="{028D6E2F-367B-6EAB-1BB9-F00D4BD2CEC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959616" y="6316151"/>
            <a:ext cx="7491722" cy="252000"/>
          </a:xfrm>
        </p:spPr>
        <p:txBody>
          <a:bodyPr vert="horz" lIns="0" tIns="0" rIns="0" bIns="0" rtlCol="0" anchor="t" anchorCtr="0">
            <a:noAutofit/>
          </a:bodyPr>
          <a:lstStyle>
            <a:lvl1pPr algn="l">
              <a:defRPr lang="de-DE" sz="1400" smtClean="0"/>
            </a:lvl1pPr>
          </a:lstStyle>
          <a:p>
            <a:r>
              <a:rPr lang="de-DE" dirty="0"/>
              <a:t>Name, Bereich</a:t>
            </a:r>
            <a:endParaRPr lang="de-DE" sz="1400" dirty="0"/>
          </a:p>
        </p:txBody>
      </p:sp>
    </p:spTree>
    <p:extLst>
      <p:ext uri="{BB962C8B-B14F-4D97-AF65-F5344CB8AC3E}">
        <p14:creationId xmlns:p14="http://schemas.microsoft.com/office/powerpoint/2010/main" val="40710889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13" userDrawn="1">
          <p15:clr>
            <a:srgbClr val="A4A3A4"/>
          </p15:clr>
        </p15:guide>
        <p15:guide id="5" orient="horz" pos="3007" userDrawn="1">
          <p15:clr>
            <a:srgbClr val="A4A3A4"/>
          </p15:clr>
        </p15:guide>
        <p15:guide id="6" orient="horz" pos="3376" userDrawn="1">
          <p15:clr>
            <a:srgbClr val="A4A3A4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7863F9AF-A0E3-D646-547E-96D4824D5156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127143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532" imgH="533" progId="TCLayout.ActiveDocument.1">
                  <p:embed/>
                </p:oleObj>
              </mc:Choice>
              <mc:Fallback>
                <p:oleObj name="think-cell Folie" r:id="rId3" imgW="532" imgH="53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863F9AF-A0E3-D646-547E-96D4824D51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Freihandform: Form 10">
            <a:extLst>
              <a:ext uri="{FF2B5EF4-FFF2-40B4-BE49-F238E27FC236}">
                <a16:creationId xmlns:a16="http://schemas.microsoft.com/office/drawing/2014/main" id="{4D1911FD-9ADC-4A08-95AB-E3D50FC77D46}"/>
              </a:ext>
            </a:extLst>
          </p:cNvPr>
          <p:cNvSpPr/>
          <p:nvPr userDrawn="1"/>
        </p:nvSpPr>
        <p:spPr>
          <a:xfrm>
            <a:off x="-2" y="0"/>
            <a:ext cx="12192001" cy="5384464"/>
          </a:xfrm>
          <a:custGeom>
            <a:avLst/>
            <a:gdLst>
              <a:gd name="connsiteX0" fmla="*/ 0 w 12188388"/>
              <a:gd name="connsiteY0" fmla="*/ 0 h 5384464"/>
              <a:gd name="connsiteX1" fmla="*/ 12188388 w 12188388"/>
              <a:gd name="connsiteY1" fmla="*/ 0 h 5384464"/>
              <a:gd name="connsiteX2" fmla="*/ 12188388 w 12188388"/>
              <a:gd name="connsiteY2" fmla="*/ 5384464 h 5384464"/>
              <a:gd name="connsiteX3" fmla="*/ 0 w 12188388"/>
              <a:gd name="connsiteY3" fmla="*/ 5384464 h 53844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88388" h="5384464">
                <a:moveTo>
                  <a:pt x="0" y="0"/>
                </a:moveTo>
                <a:lnTo>
                  <a:pt x="12188388" y="0"/>
                </a:lnTo>
                <a:lnTo>
                  <a:pt x="12188388" y="5384464"/>
                </a:lnTo>
                <a:lnTo>
                  <a:pt x="0" y="5384464"/>
                </a:lnTo>
                <a:close/>
              </a:path>
            </a:pathLst>
          </a:custGeom>
          <a:blipFill dpi="0" rotWithShape="1">
            <a:blip r:embed="rId5"/>
            <a:srcRect/>
            <a:stretch>
              <a:fillRect/>
            </a:stretch>
          </a:blipFill>
        </p:spPr>
        <p:txBody>
          <a:bodyPr vert="horz" lIns="828000" tIns="0" rIns="0" bIns="2772000" rtlCol="0" anchor="b" anchorCtr="0">
            <a:noAutofit/>
          </a:bodyPr>
          <a:lstStyle/>
          <a:p>
            <a:pPr lvl="0" indent="0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Font typeface="Verdana" panose="020B0604030504040204" pitchFamily="34" charset="0"/>
              <a:buNone/>
            </a:pPr>
            <a:endParaRPr lang="de-DE" sz="3200" b="1" cap="all" baseline="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7" name="Textplatzhalter">
            <a:extLst>
              <a:ext uri="{FF2B5EF4-FFF2-40B4-BE49-F238E27FC236}">
                <a16:creationId xmlns:a16="http://schemas.microsoft.com/office/drawing/2014/main" id="{AC00EA51-400A-4ABA-9488-66AB2BDD02C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17267" y="2793566"/>
            <a:ext cx="8640000" cy="624924"/>
          </a:xfrm>
        </p:spPr>
        <p:txBody>
          <a:bodyPr/>
          <a:lstStyle>
            <a:lvl1pPr marL="0" indent="0">
              <a:spcAft>
                <a:spcPts val="0"/>
              </a:spcAft>
              <a:buFont typeface="Verdana" panose="020B0604030504040204" pitchFamily="34" charset="0"/>
              <a:buNone/>
              <a:defRPr b="0">
                <a:solidFill>
                  <a:schemeClr val="bg1"/>
                </a:solidFill>
              </a:defRPr>
            </a:lvl1pPr>
            <a:lvl2pPr marL="0" indent="0">
              <a:spcAft>
                <a:spcPts val="0"/>
              </a:spcAft>
              <a:buFont typeface="Verdana" panose="020B0604030504040204" pitchFamily="34" charset="0"/>
              <a:buNone/>
              <a:defRPr b="0">
                <a:solidFill>
                  <a:schemeClr val="bg1"/>
                </a:solidFill>
              </a:defRPr>
            </a:lvl2pPr>
            <a:lvl3pPr marL="0" indent="0">
              <a:spcAft>
                <a:spcPts val="0"/>
              </a:spcAft>
              <a:buNone/>
              <a:defRPr b="0">
                <a:solidFill>
                  <a:schemeClr val="bg1"/>
                </a:solidFill>
              </a:defRPr>
            </a:lvl3pPr>
            <a:lvl4pPr marL="0" indent="0">
              <a:spcAft>
                <a:spcPts val="0"/>
              </a:spcAft>
              <a:buNone/>
              <a:defRPr b="0">
                <a:solidFill>
                  <a:schemeClr val="bg1"/>
                </a:solidFill>
              </a:defRPr>
            </a:lvl4pPr>
            <a:lvl5pPr marL="0" indent="0">
              <a:spcAft>
                <a:spcPts val="0"/>
              </a:spcAft>
              <a:buNone/>
              <a:defRPr b="0">
                <a:solidFill>
                  <a:schemeClr val="bg1"/>
                </a:solidFill>
              </a:defRPr>
            </a:lvl5pPr>
            <a:lvl6pPr marL="0" indent="0">
              <a:spcAft>
                <a:spcPts val="0"/>
              </a:spcAft>
              <a:buFont typeface="Verdana" panose="020B0604030504040204" pitchFamily="34" charset="0"/>
              <a:buNone/>
              <a:defRPr b="0">
                <a:solidFill>
                  <a:schemeClr val="bg1"/>
                </a:solidFill>
              </a:defRPr>
            </a:lvl6pPr>
            <a:lvl7pPr marL="0" indent="0">
              <a:spcAft>
                <a:spcPts val="0"/>
              </a:spcAft>
              <a:buFont typeface="Verdana" panose="020B0604030504040204" pitchFamily="34" charset="0"/>
              <a:buNone/>
              <a:defRPr b="0">
                <a:solidFill>
                  <a:schemeClr val="bg1"/>
                </a:solidFill>
              </a:defRPr>
            </a:lvl7pPr>
            <a:lvl8pPr marL="0" indent="0">
              <a:spcAft>
                <a:spcPts val="0"/>
              </a:spcAft>
              <a:buFont typeface="Verdana" panose="020B0604030504040204" pitchFamily="34" charset="0"/>
              <a:buNone/>
              <a:defRPr b="0">
                <a:solidFill>
                  <a:schemeClr val="bg1"/>
                </a:solidFill>
              </a:defRPr>
            </a:lvl8pPr>
            <a:lvl9pPr marL="0" indent="0">
              <a:spcAft>
                <a:spcPts val="0"/>
              </a:spcAft>
              <a:buFont typeface="Verdana" panose="020B0604030504040204" pitchFamily="34" charset="0"/>
              <a:buNone/>
              <a:defRPr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dirty="0"/>
              <a:t>Subheadline</a:t>
            </a:r>
          </a:p>
        </p:txBody>
      </p:sp>
      <p:sp>
        <p:nvSpPr>
          <p:cNvPr id="35" name="Titel 22">
            <a:extLst>
              <a:ext uri="{FF2B5EF4-FFF2-40B4-BE49-F238E27FC236}">
                <a16:creationId xmlns:a16="http://schemas.microsoft.com/office/drawing/2014/main" id="{D405F4F4-6822-F0C7-F487-F775DC0115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8103" y="549275"/>
            <a:ext cx="8640000" cy="2063255"/>
          </a:xfrm>
        </p:spPr>
        <p:txBody>
          <a:bodyPr vert="horz"/>
          <a:lstStyle>
            <a:lvl1pPr>
              <a:lnSpc>
                <a:spcPts val="4000"/>
              </a:lnSpc>
              <a:defRPr sz="3200" b="1" cap="all"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Titel </a:t>
            </a:r>
            <a:br>
              <a:rPr lang="de-DE" dirty="0"/>
            </a:br>
            <a:r>
              <a:rPr lang="de-DE" dirty="0"/>
              <a:t>bis zu</a:t>
            </a:r>
            <a:br>
              <a:rPr lang="de-DE" dirty="0"/>
            </a:br>
            <a:r>
              <a:rPr lang="de-DE" dirty="0"/>
              <a:t>vier Zeilen</a:t>
            </a:r>
            <a:br>
              <a:rPr lang="de-DE" dirty="0"/>
            </a:br>
            <a:r>
              <a:rPr lang="de-DE" dirty="0"/>
              <a:t>möglich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674D9F4A-B3AA-2C92-EF03-C581A4A37493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47600" y="5672765"/>
            <a:ext cx="2279529" cy="902060"/>
          </a:xfrm>
          <a:prstGeom prst="rect">
            <a:avLst/>
          </a:prstGeom>
        </p:spPr>
      </p:pic>
      <p:sp>
        <p:nvSpPr>
          <p:cNvPr id="3" name="Datumsplatzhalter 12">
            <a:extLst>
              <a:ext uri="{FF2B5EF4-FFF2-40B4-BE49-F238E27FC236}">
                <a16:creationId xmlns:a16="http://schemas.microsoft.com/office/drawing/2014/main" id="{CCD603DD-14B1-4FA0-90D3-5DBC2110C96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05420" y="6316151"/>
            <a:ext cx="1148278" cy="252000"/>
          </a:xfrm>
        </p:spPr>
        <p:txBody>
          <a:bodyPr/>
          <a:lstStyle>
            <a:lvl1pPr algn="l">
              <a:defRPr sz="1400"/>
            </a:lvl1pPr>
          </a:lstStyle>
          <a:p>
            <a:fld id="{1F60AF2E-5BFA-49CD-BD58-2886C5AEF071}" type="datetime1">
              <a:rPr lang="de-DE" smtClean="0"/>
              <a:t>05.01.2026</a:t>
            </a:fld>
            <a:r>
              <a:rPr lang="de-DE"/>
              <a:t>,</a:t>
            </a:r>
            <a:endParaRPr lang="de-DE" dirty="0"/>
          </a:p>
        </p:txBody>
      </p:sp>
      <p:sp>
        <p:nvSpPr>
          <p:cNvPr id="4" name="Fußzeilenplatzhalter 13">
            <a:extLst>
              <a:ext uri="{FF2B5EF4-FFF2-40B4-BE49-F238E27FC236}">
                <a16:creationId xmlns:a16="http://schemas.microsoft.com/office/drawing/2014/main" id="{2A00CF3B-C306-29CA-8A44-453EFB23DA4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959616" y="6316151"/>
            <a:ext cx="7491722" cy="252000"/>
          </a:xfrm>
        </p:spPr>
        <p:txBody>
          <a:bodyPr vert="horz" lIns="0" tIns="0" rIns="0" bIns="0" rtlCol="0" anchor="t" anchorCtr="0">
            <a:noAutofit/>
          </a:bodyPr>
          <a:lstStyle>
            <a:lvl1pPr algn="l">
              <a:defRPr lang="de-DE" sz="1400" smtClean="0"/>
            </a:lvl1pPr>
          </a:lstStyle>
          <a:p>
            <a:r>
              <a:rPr lang="de-DE" dirty="0"/>
              <a:t>Name, Bereich</a:t>
            </a:r>
            <a:endParaRPr lang="de-DE" sz="1400" dirty="0"/>
          </a:p>
        </p:txBody>
      </p:sp>
    </p:spTree>
    <p:extLst>
      <p:ext uri="{BB962C8B-B14F-4D97-AF65-F5344CB8AC3E}">
        <p14:creationId xmlns:p14="http://schemas.microsoft.com/office/powerpoint/2010/main" val="8720308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13" userDrawn="1">
          <p15:clr>
            <a:srgbClr val="A4A3A4"/>
          </p15:clr>
        </p15:guide>
        <p15:guide id="6" orient="horz" pos="3376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7F420EA4-7116-9F57-32B6-A3E4981C7F81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5345000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532" imgH="533" progId="TCLayout.ActiveDocument.1">
                  <p:embed/>
                </p:oleObj>
              </mc:Choice>
              <mc:Fallback>
                <p:oleObj name="think-cell Folie" r:id="rId3" imgW="532" imgH="533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F420EA4-7116-9F57-32B6-A3E4981C7F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Bildplatzhalter">
            <a:extLst>
              <a:ext uri="{FF2B5EF4-FFF2-40B4-BE49-F238E27FC236}">
                <a16:creationId xmlns:a16="http://schemas.microsoft.com/office/drawing/2014/main" id="{5615AE06-622D-4A94-8F7D-151618E0582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899"/>
            <a:ext cx="12191999" cy="53585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/>
            </a:lvl1pPr>
          </a:lstStyle>
          <a:p>
            <a:r>
              <a:rPr lang="de-DE" dirty="0"/>
              <a:t>Bild einfügen über Einfügen &gt; Bilder</a:t>
            </a:r>
          </a:p>
        </p:txBody>
      </p:sp>
      <p:sp>
        <p:nvSpPr>
          <p:cNvPr id="12" name="Titel">
            <a:extLst>
              <a:ext uri="{FF2B5EF4-FFF2-40B4-BE49-F238E27FC236}">
                <a16:creationId xmlns:a16="http://schemas.microsoft.com/office/drawing/2014/main" id="{CD645FD8-113A-4E0A-B1F4-D2BCB23FFC2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-1" y="0"/>
            <a:ext cx="12192001" cy="5384464"/>
          </a:xfrm>
          <a:blipFill dpi="0" rotWithShape="1">
            <a:blip r:embed="rId5">
              <a:alphaModFix amt="90000"/>
            </a:blip>
            <a:srcRect/>
            <a:stretch>
              <a:fillRect/>
            </a:stretch>
          </a:blipFill>
        </p:spPr>
        <p:txBody>
          <a:bodyPr lIns="828000" bIns="2772000" anchor="b" anchorCtr="0"/>
          <a:lstStyle>
            <a:lvl1pPr marL="0" indent="0" algn="l" defTabSz="914377" rtl="0" eaLnBrk="1" latinLnBrk="0" hangingPunct="1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Font typeface="Verdana" panose="020B0604030504040204" pitchFamily="34" charset="0"/>
              <a:buNone/>
              <a:defRPr lang="de-DE" sz="3200" b="1" kern="1200" cap="all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de-DE" dirty="0"/>
              <a:t>Titel </a:t>
            </a:r>
            <a:br>
              <a:rPr lang="de-DE" dirty="0"/>
            </a:br>
            <a:r>
              <a:rPr lang="de-DE" dirty="0"/>
              <a:t>bis zu</a:t>
            </a:r>
            <a:br>
              <a:rPr lang="de-DE" dirty="0"/>
            </a:br>
            <a:r>
              <a:rPr lang="de-DE" dirty="0"/>
              <a:t>vier Zeilen</a:t>
            </a:r>
            <a:br>
              <a:rPr lang="de-DE" dirty="0"/>
            </a:br>
            <a:r>
              <a:rPr lang="de-DE" dirty="0"/>
              <a:t>möglich</a:t>
            </a:r>
          </a:p>
        </p:txBody>
      </p:sp>
      <p:sp>
        <p:nvSpPr>
          <p:cNvPr id="7" name="Textplatzhalter">
            <a:extLst>
              <a:ext uri="{FF2B5EF4-FFF2-40B4-BE49-F238E27FC236}">
                <a16:creationId xmlns:a16="http://schemas.microsoft.com/office/drawing/2014/main" id="{AC00EA51-400A-4ABA-9488-66AB2BDD02C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17267" y="2793600"/>
            <a:ext cx="8640000" cy="626400"/>
          </a:xfrm>
        </p:spPr>
        <p:txBody>
          <a:bodyPr/>
          <a:lstStyle>
            <a:lvl1pPr marL="0" indent="0">
              <a:spcAft>
                <a:spcPts val="0"/>
              </a:spcAft>
              <a:buFont typeface="Verdana" panose="020B0604030504040204" pitchFamily="34" charset="0"/>
              <a:buNone/>
              <a:defRPr b="0">
                <a:solidFill>
                  <a:schemeClr val="bg1"/>
                </a:solidFill>
              </a:defRPr>
            </a:lvl1pPr>
            <a:lvl2pPr marL="0" indent="0">
              <a:spcAft>
                <a:spcPts val="0"/>
              </a:spcAft>
              <a:buFont typeface="Verdana" panose="020B0604030504040204" pitchFamily="34" charset="0"/>
              <a:buNone/>
              <a:defRPr b="0">
                <a:solidFill>
                  <a:schemeClr val="bg1"/>
                </a:solidFill>
              </a:defRPr>
            </a:lvl2pPr>
            <a:lvl3pPr marL="0" indent="0">
              <a:spcAft>
                <a:spcPts val="0"/>
              </a:spcAft>
              <a:buNone/>
              <a:defRPr b="0">
                <a:solidFill>
                  <a:schemeClr val="bg1"/>
                </a:solidFill>
              </a:defRPr>
            </a:lvl3pPr>
            <a:lvl4pPr marL="0" indent="0">
              <a:spcAft>
                <a:spcPts val="0"/>
              </a:spcAft>
              <a:buNone/>
              <a:defRPr b="0">
                <a:solidFill>
                  <a:schemeClr val="bg1"/>
                </a:solidFill>
              </a:defRPr>
            </a:lvl4pPr>
            <a:lvl5pPr marL="0" indent="0">
              <a:spcAft>
                <a:spcPts val="0"/>
              </a:spcAft>
              <a:buNone/>
              <a:defRPr b="0">
                <a:solidFill>
                  <a:schemeClr val="bg1"/>
                </a:solidFill>
              </a:defRPr>
            </a:lvl5pPr>
            <a:lvl6pPr marL="0" indent="0">
              <a:spcAft>
                <a:spcPts val="0"/>
              </a:spcAft>
              <a:buFont typeface="Verdana" panose="020B0604030504040204" pitchFamily="34" charset="0"/>
              <a:buNone/>
              <a:defRPr b="0">
                <a:solidFill>
                  <a:schemeClr val="bg1"/>
                </a:solidFill>
              </a:defRPr>
            </a:lvl6pPr>
            <a:lvl7pPr marL="0" indent="0">
              <a:spcAft>
                <a:spcPts val="0"/>
              </a:spcAft>
              <a:buFont typeface="Verdana" panose="020B0604030504040204" pitchFamily="34" charset="0"/>
              <a:buNone/>
              <a:defRPr b="0">
                <a:solidFill>
                  <a:schemeClr val="bg1"/>
                </a:solidFill>
              </a:defRPr>
            </a:lvl7pPr>
            <a:lvl8pPr marL="0" indent="0">
              <a:spcAft>
                <a:spcPts val="0"/>
              </a:spcAft>
              <a:buFont typeface="Verdana" panose="020B0604030504040204" pitchFamily="34" charset="0"/>
              <a:buNone/>
              <a:defRPr b="0">
                <a:solidFill>
                  <a:schemeClr val="bg1"/>
                </a:solidFill>
              </a:defRPr>
            </a:lvl8pPr>
            <a:lvl9pPr marL="0" indent="0">
              <a:spcAft>
                <a:spcPts val="0"/>
              </a:spcAft>
              <a:buFont typeface="Verdana" panose="020B0604030504040204" pitchFamily="34" charset="0"/>
              <a:buNone/>
              <a:defRPr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dirty="0"/>
              <a:t>Subheadline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F8123C38-B6AF-9425-4084-01008745E8B0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47600" y="5672765"/>
            <a:ext cx="2279529" cy="902060"/>
          </a:xfrm>
          <a:prstGeom prst="rect">
            <a:avLst/>
          </a:prstGeom>
        </p:spPr>
      </p:pic>
      <p:sp>
        <p:nvSpPr>
          <p:cNvPr id="2" name="Datumsplatzhalter 12">
            <a:extLst>
              <a:ext uri="{FF2B5EF4-FFF2-40B4-BE49-F238E27FC236}">
                <a16:creationId xmlns:a16="http://schemas.microsoft.com/office/drawing/2014/main" id="{66475230-72DB-D4D2-AFB6-2FF8E41BE33F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805420" y="6316151"/>
            <a:ext cx="1148278" cy="252000"/>
          </a:xfrm>
        </p:spPr>
        <p:txBody>
          <a:bodyPr/>
          <a:lstStyle>
            <a:lvl1pPr algn="l">
              <a:defRPr sz="1400"/>
            </a:lvl1pPr>
          </a:lstStyle>
          <a:p>
            <a:fld id="{225F03D2-45F0-4A98-BAD3-9C8997ED6FFB}" type="datetime1">
              <a:rPr lang="de-DE" smtClean="0"/>
              <a:t>05.01.2026</a:t>
            </a:fld>
            <a:r>
              <a:rPr lang="de-DE"/>
              <a:t>,</a:t>
            </a:r>
            <a:endParaRPr lang="de-DE" dirty="0"/>
          </a:p>
        </p:txBody>
      </p:sp>
      <p:sp>
        <p:nvSpPr>
          <p:cNvPr id="6" name="Fußzeilenplatzhalter 13">
            <a:extLst>
              <a:ext uri="{FF2B5EF4-FFF2-40B4-BE49-F238E27FC236}">
                <a16:creationId xmlns:a16="http://schemas.microsoft.com/office/drawing/2014/main" id="{DAC0933C-3DCD-34D1-E26E-54B2B0ADB67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959616" y="6316151"/>
            <a:ext cx="7491722" cy="252000"/>
          </a:xfrm>
        </p:spPr>
        <p:txBody>
          <a:bodyPr vert="horz" lIns="0" tIns="0" rIns="0" bIns="0" rtlCol="0" anchor="t" anchorCtr="0">
            <a:noAutofit/>
          </a:bodyPr>
          <a:lstStyle>
            <a:lvl1pPr algn="l">
              <a:defRPr lang="de-DE" sz="1400" smtClean="0"/>
            </a:lvl1pPr>
          </a:lstStyle>
          <a:p>
            <a:r>
              <a:rPr lang="de-DE" dirty="0"/>
              <a:t>Name, Bereich</a:t>
            </a:r>
            <a:endParaRPr lang="de-DE" sz="1400" dirty="0"/>
          </a:p>
        </p:txBody>
      </p:sp>
    </p:spTree>
    <p:extLst>
      <p:ext uri="{BB962C8B-B14F-4D97-AF65-F5344CB8AC3E}">
        <p14:creationId xmlns:p14="http://schemas.microsoft.com/office/powerpoint/2010/main" val="6702169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13" userDrawn="1">
          <p15:clr>
            <a:srgbClr val="A4A3A4"/>
          </p15:clr>
        </p15:guide>
        <p15:guide id="6" orient="horz" pos="3376" userDrawn="1">
          <p15:clr>
            <a:srgbClr val="A4A3A4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9564EC8B-5145-6FB6-B553-88F21CD20026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7764750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532" imgH="533" progId="TCLayout.ActiveDocument.1">
                  <p:embed/>
                </p:oleObj>
              </mc:Choice>
              <mc:Fallback>
                <p:oleObj name="think-cell Folie" r:id="rId3" imgW="532" imgH="533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564EC8B-5145-6FB6-B553-88F21CD2002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platzhalter">
            <a:extLst>
              <a:ext uri="{FF2B5EF4-FFF2-40B4-BE49-F238E27FC236}">
                <a16:creationId xmlns:a16="http://schemas.microsoft.com/office/drawing/2014/main" id="{AC00EA51-400A-4ABA-9488-66AB2BDD02C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9425" y="2125432"/>
            <a:ext cx="8977842" cy="576000"/>
          </a:xfrm>
        </p:spPr>
        <p:txBody>
          <a:bodyPr/>
          <a:lstStyle>
            <a:lvl1pPr marL="0" indent="0">
              <a:spcAft>
                <a:spcPts val="0"/>
              </a:spcAft>
              <a:buFont typeface="Verdana" panose="020B0604030504040204" pitchFamily="34" charset="0"/>
              <a:buNone/>
              <a:defRPr b="0">
                <a:solidFill>
                  <a:srgbClr val="000000"/>
                </a:solidFill>
              </a:defRPr>
            </a:lvl1pPr>
            <a:lvl2pPr marL="0" indent="0">
              <a:spcAft>
                <a:spcPts val="0"/>
              </a:spcAft>
              <a:buFont typeface="Verdana" panose="020B0604030504040204" pitchFamily="34" charset="0"/>
              <a:buNone/>
              <a:defRPr b="0"/>
            </a:lvl2pPr>
            <a:lvl3pPr marL="0" indent="0">
              <a:spcAft>
                <a:spcPts val="0"/>
              </a:spcAft>
              <a:buNone/>
              <a:defRPr b="0"/>
            </a:lvl3pPr>
            <a:lvl4pPr marL="0" indent="0">
              <a:spcAft>
                <a:spcPts val="0"/>
              </a:spcAft>
              <a:buNone/>
              <a:defRPr b="0"/>
            </a:lvl4pPr>
            <a:lvl5pPr marL="0" indent="0">
              <a:spcAft>
                <a:spcPts val="0"/>
              </a:spcAft>
              <a:buNone/>
              <a:defRPr b="0"/>
            </a:lvl5pPr>
            <a:lvl6pPr marL="0" indent="0">
              <a:spcAft>
                <a:spcPts val="0"/>
              </a:spcAft>
              <a:buFont typeface="Verdana" panose="020B0604030504040204" pitchFamily="34" charset="0"/>
              <a:buNone/>
              <a:defRPr b="0"/>
            </a:lvl6pPr>
            <a:lvl7pPr marL="0" indent="0">
              <a:spcAft>
                <a:spcPts val="0"/>
              </a:spcAft>
              <a:buFont typeface="Verdana" panose="020B0604030504040204" pitchFamily="34" charset="0"/>
              <a:buNone/>
              <a:defRPr b="0"/>
            </a:lvl7pPr>
            <a:lvl8pPr marL="0" indent="0">
              <a:spcAft>
                <a:spcPts val="0"/>
              </a:spcAft>
              <a:buFont typeface="Verdana" panose="020B0604030504040204" pitchFamily="34" charset="0"/>
              <a:buNone/>
              <a:defRPr b="0"/>
            </a:lvl8pPr>
            <a:lvl9pPr marL="0" indent="0">
              <a:spcAft>
                <a:spcPts val="0"/>
              </a:spcAft>
              <a:buFont typeface="Verdana" panose="020B0604030504040204" pitchFamily="34" charset="0"/>
              <a:buNone/>
              <a:defRPr b="0"/>
            </a:lvl9pPr>
          </a:lstStyle>
          <a:p>
            <a:pPr lvl="0"/>
            <a:r>
              <a:rPr lang="de-DE" dirty="0"/>
              <a:t>Textfeld</a:t>
            </a:r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D87F80CB-5B3D-440B-A4B1-EA779B2FA34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7793" y="1341438"/>
            <a:ext cx="8979463" cy="501761"/>
          </a:xfrm>
        </p:spPr>
        <p:txBody>
          <a:bodyPr vert="horz" rIns="0" anchor="t" anchorCtr="0"/>
          <a:lstStyle>
            <a:lvl1pPr algn="l">
              <a:lnSpc>
                <a:spcPts val="4000"/>
              </a:lnSpc>
              <a:spcAft>
                <a:spcPts val="0"/>
              </a:spcAft>
              <a:defRPr sz="3200" cap="none" baseline="0">
                <a:solidFill>
                  <a:srgbClr val="000000"/>
                </a:solidFill>
              </a:defRPr>
            </a:lvl1pPr>
          </a:lstStyle>
          <a:p>
            <a:r>
              <a:rPr lang="de-DE" dirty="0"/>
              <a:t>Kapiteltitel einzeilig</a:t>
            </a:r>
          </a:p>
        </p:txBody>
      </p:sp>
      <p:pic>
        <p:nvPicPr>
          <p:cNvPr id="22" name="Verlauf">
            <a:extLst>
              <a:ext uri="{FF2B5EF4-FFF2-40B4-BE49-F238E27FC236}">
                <a16:creationId xmlns:a16="http://schemas.microsoft.com/office/drawing/2014/main" id="{3C41EBAC-EF41-4CA0-B9F6-E27BFFE726A4}"/>
              </a:ext>
            </a:extLst>
          </p:cNvPr>
          <p:cNvPicPr preferRelativeResize="0">
            <a:picLocks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225425"/>
          </a:xfrm>
          <a:prstGeom prst="rect">
            <a:avLst/>
          </a:prstGeom>
        </p:spPr>
      </p:pic>
      <p:sp>
        <p:nvSpPr>
          <p:cNvPr id="6" name="Textplatzhalter 5">
            <a:extLst>
              <a:ext uri="{FF2B5EF4-FFF2-40B4-BE49-F238E27FC236}">
                <a16:creationId xmlns:a16="http://schemas.microsoft.com/office/drawing/2014/main" id="{8378284E-09F1-4BC7-B7F6-00DEFCFAE17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5269" y="2784001"/>
            <a:ext cx="8971987" cy="3339223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  <a:lvl6pPr>
              <a:defRPr>
                <a:solidFill>
                  <a:srgbClr val="000000"/>
                </a:solidFill>
              </a:defRPr>
            </a:lvl6pPr>
            <a:lvl7pPr>
              <a:defRPr>
                <a:solidFill>
                  <a:srgbClr val="000000"/>
                </a:solidFill>
              </a:defRPr>
            </a:lvl7pPr>
            <a:lvl8pPr>
              <a:defRPr>
                <a:solidFill>
                  <a:srgbClr val="000000"/>
                </a:solidFill>
              </a:defRPr>
            </a:lvl8pPr>
            <a:lvl9pPr>
              <a:defRPr>
                <a:solidFill>
                  <a:srgbClr val="000000"/>
                </a:solidFill>
              </a:defRPr>
            </a:lvl9pPr>
          </a:lstStyle>
          <a:p>
            <a:pPr lvl="0"/>
            <a:r>
              <a:rPr lang="de-DE" dirty="0"/>
              <a:t>Erste Ebene Fließtext // für Zwischenüberschrift und Aufzählung &gt;&gt; Menü &gt; Start &gt; Absatz &gt; Listenebene erhöhen 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D3EE555-6D66-ABA0-0CB8-71C2B6B4B9AC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087158B1-A480-4390-8402-7A80A3BAEC4B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6EB2B480-7A9C-5601-1328-26FB9E7042D7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47600" y="5307792"/>
            <a:ext cx="2279529" cy="902060"/>
          </a:xfrm>
          <a:prstGeom prst="rect">
            <a:avLst/>
          </a:prstGeom>
        </p:spPr>
      </p:pic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767FEAAB-8887-1194-8443-C4D6DC3F9241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pPr algn="r"/>
            <a:fld id="{C406C99F-C2D8-4967-A400-E5B8C2886771}" type="datetime1">
              <a:rPr lang="de-DE" sz="1000" smtClean="0">
                <a:solidFill>
                  <a:srgbClr val="000000"/>
                </a:solidFill>
              </a:rPr>
              <a:t>05.01.2026</a:t>
            </a:fld>
            <a:endParaRPr lang="de-DE" sz="1000">
              <a:solidFill>
                <a:srgbClr val="000000"/>
              </a:solidFill>
            </a:endParaRPr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943D5ED9-4FB2-01E6-73B5-26A8132CC4EC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de-DE"/>
              <a:t>Name, Bereich,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1337130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85D27225-E744-DD91-9D2E-276B5A2F6E3D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3867044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532" imgH="533" progId="TCLayout.ActiveDocument.1">
                  <p:embed/>
                </p:oleObj>
              </mc:Choice>
              <mc:Fallback>
                <p:oleObj name="think-cell Folie" r:id="rId3" imgW="532" imgH="533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5D27225-E744-DD91-9D2E-276B5A2F6E3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CBB0DA7-DED1-C5CB-07DB-FA426579E61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87158B1-A480-4390-8402-7A80A3BAEC4B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6" name="Form">
            <a:extLst>
              <a:ext uri="{FF2B5EF4-FFF2-40B4-BE49-F238E27FC236}">
                <a16:creationId xmlns:a16="http://schemas.microsoft.com/office/drawing/2014/main" id="{1A7D9153-7694-B5D1-207A-94DF93799AA3}"/>
              </a:ext>
            </a:extLst>
          </p:cNvPr>
          <p:cNvSpPr/>
          <p:nvPr userDrawn="1"/>
        </p:nvSpPr>
        <p:spPr>
          <a:xfrm>
            <a:off x="-2" y="0"/>
            <a:ext cx="12192001" cy="5226830"/>
          </a:xfrm>
          <a:custGeom>
            <a:avLst/>
            <a:gdLst>
              <a:gd name="connsiteX0" fmla="*/ 0 w 12188388"/>
              <a:gd name="connsiteY0" fmla="*/ 0 h 5384464"/>
              <a:gd name="connsiteX1" fmla="*/ 12188388 w 12188388"/>
              <a:gd name="connsiteY1" fmla="*/ 0 h 5384464"/>
              <a:gd name="connsiteX2" fmla="*/ 12188388 w 12188388"/>
              <a:gd name="connsiteY2" fmla="*/ 5384464 h 5384464"/>
              <a:gd name="connsiteX3" fmla="*/ 0 w 12188388"/>
              <a:gd name="connsiteY3" fmla="*/ 5384464 h 53844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88388" h="5384464">
                <a:moveTo>
                  <a:pt x="0" y="0"/>
                </a:moveTo>
                <a:lnTo>
                  <a:pt x="12188388" y="0"/>
                </a:lnTo>
                <a:lnTo>
                  <a:pt x="12188388" y="5384464"/>
                </a:lnTo>
                <a:lnTo>
                  <a:pt x="0" y="5384464"/>
                </a:lnTo>
                <a:close/>
              </a:path>
            </a:pathLst>
          </a:custGeom>
          <a:blipFill dpi="0" rotWithShape="1">
            <a:blip r:embed="rId5"/>
            <a:srcRect/>
            <a:stretch>
              <a:fillRect/>
            </a:stretch>
          </a:blipFill>
        </p:spPr>
        <p:txBody>
          <a:bodyPr vert="horz" lIns="468000" tIns="0" rIns="0" bIns="2124000" rtlCol="0" anchor="b" anchorCtr="0">
            <a:noAutofit/>
          </a:bodyPr>
          <a:lstStyle/>
          <a:p>
            <a:pPr lv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Verdana" panose="020B0604030504040204" pitchFamily="34" charset="0"/>
              <a:buNone/>
            </a:pPr>
            <a:endParaRPr lang="de-DE" sz="3200" b="1" cap="all" baseline="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71044DB-5D9B-E7DA-10D7-614C742052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8799" y="1341438"/>
            <a:ext cx="11233775" cy="758856"/>
          </a:xfrm>
        </p:spPr>
        <p:txBody>
          <a:bodyPr vert="horz" rIns="0" anchor="t"/>
          <a:lstStyle>
            <a:lvl1pPr>
              <a:defRPr lang="de-DE" sz="3200" b="1" kern="1200" cap="all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37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Verdana" panose="020B0604030504040204" pitchFamily="34" charset="0"/>
              <a:buNone/>
            </a:pPr>
            <a:r>
              <a:rPr lang="de-DE" dirty="0"/>
              <a:t>Kapiteltitel einzeilig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192D10E1-7F18-C8B0-CE11-C80F09C51A3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47600" y="5307792"/>
            <a:ext cx="2279529" cy="902060"/>
          </a:xfrm>
          <a:prstGeom prst="rect">
            <a:avLst/>
          </a:prstGeom>
        </p:spPr>
      </p:pic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4AEE0721-73FC-C220-4A3C-1C10D741D035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algn="r"/>
            <a:fld id="{E16BF0BF-4565-4B34-883A-E83549A7A85F}" type="datetime1">
              <a:rPr lang="de-DE" sz="1000" smtClean="0">
                <a:solidFill>
                  <a:srgbClr val="000000"/>
                </a:solidFill>
              </a:rPr>
              <a:t>05.01.2026</a:t>
            </a:fld>
            <a:endParaRPr lang="de-DE" sz="1000">
              <a:solidFill>
                <a:srgbClr val="000000"/>
              </a:solidFill>
            </a:endParaRPr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04062009-EF94-BAFB-72A2-BC9A0AB6237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Name, Bereich,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489831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27291863-1DE2-79BC-5D0A-69107BE3F75A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199547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532" imgH="533" progId="TCLayout.ActiveDocument.1">
                  <p:embed/>
                </p:oleObj>
              </mc:Choice>
              <mc:Fallback>
                <p:oleObj name="think-cell Folie" r:id="rId3" imgW="532" imgH="533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7291863-1DE2-79BC-5D0A-69107BE3F75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Bildplatzhalter 7">
            <a:extLst>
              <a:ext uri="{FF2B5EF4-FFF2-40B4-BE49-F238E27FC236}">
                <a16:creationId xmlns:a16="http://schemas.microsoft.com/office/drawing/2014/main" id="{61410718-16D8-7167-7697-F041EACE9012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818564" y="3429000"/>
            <a:ext cx="2894012" cy="2879724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0F6D4BEE-016A-4165-A8A9-C4A35324B3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 rIns="0"/>
          <a:lstStyle/>
          <a:p>
            <a:r>
              <a:rPr lang="de-DE" dirty="0"/>
              <a:t>Headline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2FB6093-D43D-B111-69FC-301475E5B0F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87158B1-A480-4390-8402-7A80A3BAEC4B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Textplatzhalter">
            <a:extLst>
              <a:ext uri="{FF2B5EF4-FFF2-40B4-BE49-F238E27FC236}">
                <a16:creationId xmlns:a16="http://schemas.microsoft.com/office/drawing/2014/main" id="{9AFEB8C5-C484-2486-FAE9-5488A7F4400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7793" y="1821243"/>
            <a:ext cx="11234782" cy="4487481"/>
          </a:xfrm>
        </p:spPr>
        <p:txBody>
          <a:bodyPr/>
          <a:lstStyle>
            <a:lvl1pPr>
              <a:lnSpc>
                <a:spcPct val="200000"/>
              </a:lnSpc>
              <a:defRPr sz="1600" b="1"/>
            </a:lvl1pPr>
            <a:lvl2pPr>
              <a:defRPr sz="2133"/>
            </a:lvl2pPr>
            <a:lvl3pPr>
              <a:defRPr sz="2133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Textplatzhalter">
            <a:extLst>
              <a:ext uri="{FF2B5EF4-FFF2-40B4-BE49-F238E27FC236}">
                <a16:creationId xmlns:a16="http://schemas.microsoft.com/office/drawing/2014/main" id="{9B8C1BB2-76F7-8833-E39A-B2A008591A3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79426" y="1341438"/>
            <a:ext cx="11233150" cy="376931"/>
          </a:xfrm>
        </p:spPr>
        <p:txBody>
          <a:bodyPr/>
          <a:lstStyle>
            <a:lvl1pPr>
              <a:lnSpc>
                <a:spcPct val="100000"/>
              </a:lnSpc>
              <a:defRPr sz="1600" b="1"/>
            </a:lvl1pPr>
            <a:lvl2pPr>
              <a:defRPr sz="2133"/>
            </a:lvl2pPr>
            <a:lvl3pPr>
              <a:defRPr sz="2133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665F342-E35A-B088-9213-155A3C68DB98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pPr algn="r"/>
            <a:fld id="{ABD233FF-1C58-458E-880B-ED0B2F1AB174}" type="datetime1">
              <a:rPr lang="de-DE" sz="1000" smtClean="0">
                <a:solidFill>
                  <a:srgbClr val="000000"/>
                </a:solidFill>
              </a:rPr>
              <a:t>05.01.2026</a:t>
            </a:fld>
            <a:endParaRPr lang="de-DE" sz="1000">
              <a:solidFill>
                <a:srgbClr val="000000"/>
              </a:solidFill>
            </a:endParaRP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533F6AC-8636-DF5B-EA74-895EA73230E2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de-DE"/>
              <a:t>Name, Bereich,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3617804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bu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">
            <a:extLst>
              <a:ext uri="{FF2B5EF4-FFF2-40B4-BE49-F238E27FC236}">
                <a16:creationId xmlns:a16="http://schemas.microsoft.com/office/drawing/2014/main" id="{0F6D4BEE-016A-4165-A8A9-C4A35324B3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Headline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2FB6093-D43D-B111-69FC-301475E5B0F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87158B1-A480-4390-8402-7A80A3BAEC4B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4DF6524D-79C1-BA6A-376F-B52526A9F15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7793" y="1341439"/>
            <a:ext cx="11234782" cy="4967286"/>
          </a:xfrm>
          <a:custGeom>
            <a:avLst/>
            <a:gdLst>
              <a:gd name="connsiteX0" fmla="*/ 0 w 11234782"/>
              <a:gd name="connsiteY0" fmla="*/ 0 h 4967286"/>
              <a:gd name="connsiteX1" fmla="*/ 5027997 w 11234782"/>
              <a:gd name="connsiteY1" fmla="*/ 0 h 4967286"/>
              <a:gd name="connsiteX2" fmla="*/ 11234782 w 11234782"/>
              <a:gd name="connsiteY2" fmla="*/ 0 h 4967286"/>
              <a:gd name="connsiteX3" fmla="*/ 11234782 w 11234782"/>
              <a:gd name="connsiteY3" fmla="*/ 4017653 h 4967286"/>
              <a:gd name="connsiteX4" fmla="*/ 11234782 w 11234782"/>
              <a:gd name="connsiteY4" fmla="*/ 4276545 h 4967286"/>
              <a:gd name="connsiteX5" fmla="*/ 11234782 w 11234782"/>
              <a:gd name="connsiteY5" fmla="*/ 4305822 h 4967286"/>
              <a:gd name="connsiteX6" fmla="*/ 11234782 w 11234782"/>
              <a:gd name="connsiteY6" fmla="*/ 4667122 h 4967286"/>
              <a:gd name="connsiteX7" fmla="*/ 11234782 w 11234782"/>
              <a:gd name="connsiteY7" fmla="*/ 4967286 h 4967286"/>
              <a:gd name="connsiteX8" fmla="*/ 10957188 w 11234782"/>
              <a:gd name="connsiteY8" fmla="*/ 4967286 h 4967286"/>
              <a:gd name="connsiteX9" fmla="*/ 10583738 w 11234782"/>
              <a:gd name="connsiteY9" fmla="*/ 4967286 h 4967286"/>
              <a:gd name="connsiteX10" fmla="*/ 9432576 w 11234782"/>
              <a:gd name="connsiteY10" fmla="*/ 4967286 h 4967286"/>
              <a:gd name="connsiteX11" fmla="*/ 9147370 w 11234782"/>
              <a:gd name="connsiteY11" fmla="*/ 4967286 h 4967286"/>
              <a:gd name="connsiteX12" fmla="*/ 6181212 w 11234782"/>
              <a:gd name="connsiteY12" fmla="*/ 4967286 h 4967286"/>
              <a:gd name="connsiteX13" fmla="*/ 6023647 w 11234782"/>
              <a:gd name="connsiteY13" fmla="*/ 4967286 h 4967286"/>
              <a:gd name="connsiteX14" fmla="*/ 5387674 w 11234782"/>
              <a:gd name="connsiteY14" fmla="*/ 4967286 h 4967286"/>
              <a:gd name="connsiteX15" fmla="*/ 5181357 w 11234782"/>
              <a:gd name="connsiteY15" fmla="*/ 4967286 h 4967286"/>
              <a:gd name="connsiteX16" fmla="*/ 5027997 w 11234782"/>
              <a:gd name="connsiteY16" fmla="*/ 4967286 h 4967286"/>
              <a:gd name="connsiteX17" fmla="*/ 0 w 11234782"/>
              <a:gd name="connsiteY17" fmla="*/ 4967286 h 49672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234782" h="4967286">
                <a:moveTo>
                  <a:pt x="0" y="0"/>
                </a:moveTo>
                <a:lnTo>
                  <a:pt x="5027997" y="0"/>
                </a:lnTo>
                <a:lnTo>
                  <a:pt x="11234782" y="0"/>
                </a:lnTo>
                <a:lnTo>
                  <a:pt x="11234782" y="4017653"/>
                </a:lnTo>
                <a:lnTo>
                  <a:pt x="11234782" y="4276545"/>
                </a:lnTo>
                <a:lnTo>
                  <a:pt x="11234782" y="4305822"/>
                </a:lnTo>
                <a:lnTo>
                  <a:pt x="11234782" y="4667122"/>
                </a:lnTo>
                <a:lnTo>
                  <a:pt x="11234782" y="4967286"/>
                </a:lnTo>
                <a:lnTo>
                  <a:pt x="10957188" y="4967286"/>
                </a:lnTo>
                <a:lnTo>
                  <a:pt x="10583738" y="4967286"/>
                </a:lnTo>
                <a:lnTo>
                  <a:pt x="9432576" y="4967286"/>
                </a:lnTo>
                <a:lnTo>
                  <a:pt x="9147370" y="4967286"/>
                </a:lnTo>
                <a:lnTo>
                  <a:pt x="6181212" y="4967286"/>
                </a:lnTo>
                <a:lnTo>
                  <a:pt x="6023647" y="4967286"/>
                </a:lnTo>
                <a:lnTo>
                  <a:pt x="5387674" y="4967286"/>
                </a:lnTo>
                <a:lnTo>
                  <a:pt x="5181357" y="4967286"/>
                </a:lnTo>
                <a:lnTo>
                  <a:pt x="5027997" y="4967286"/>
                </a:lnTo>
                <a:lnTo>
                  <a:pt x="0" y="4967286"/>
                </a:lnTo>
                <a:close/>
              </a:path>
            </a:pathLst>
          </a:custGeom>
          <a:solidFill>
            <a:srgbClr val="DAEFE8"/>
          </a:solidFill>
        </p:spPr>
        <p:txBody>
          <a:bodyPr wrap="square" lIns="216000" tIns="36000" rIns="180000" bIns="180000">
            <a:noAutofit/>
          </a:bodyPr>
          <a:lstStyle>
            <a:lvl1pPr>
              <a:lnSpc>
                <a:spcPct val="200000"/>
              </a:lnSpc>
              <a:defRPr sz="1600" b="1"/>
            </a:lvl1pPr>
            <a:lvl2pPr>
              <a:defRPr sz="2133"/>
            </a:lvl2pPr>
            <a:lvl3pPr>
              <a:defRPr sz="2133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Bildplatzhalter 7">
            <a:extLst>
              <a:ext uri="{FF2B5EF4-FFF2-40B4-BE49-F238E27FC236}">
                <a16:creationId xmlns:a16="http://schemas.microsoft.com/office/drawing/2014/main" id="{6E8851F9-CD41-435B-64F0-8DA1A6D1FB0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818564" y="3429000"/>
            <a:ext cx="2894012" cy="2879724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8457A6A-4634-F9CE-CA23-E578BA4964A7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pPr algn="r"/>
            <a:fld id="{6F9A4A69-9695-4918-B4AE-652A61FC2C1E}" type="datetime1">
              <a:rPr lang="de-DE" sz="1000" smtClean="0">
                <a:solidFill>
                  <a:srgbClr val="000000"/>
                </a:solidFill>
              </a:rPr>
              <a:t>05.01.2026</a:t>
            </a:fld>
            <a:endParaRPr lang="de-DE" sz="1000">
              <a:solidFill>
                <a:srgbClr val="000000"/>
              </a:solidFill>
            </a:endParaRPr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62E27E9B-2296-E1A0-8572-BBEA524BC287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de-DE"/>
              <a:t>Name, Bereich,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0846489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 Spalten 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">
            <a:extLst>
              <a:ext uri="{FF2B5EF4-FFF2-40B4-BE49-F238E27FC236}">
                <a16:creationId xmlns:a16="http://schemas.microsoft.com/office/drawing/2014/main" id="{0F6D4BEE-016A-4165-A8A9-C4A35324B3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Headline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2FB6093-D43D-B111-69FC-301475E5B0F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87158B1-A480-4390-8402-7A80A3BAEC4B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Textplatzhalter">
            <a:extLst>
              <a:ext uri="{FF2B5EF4-FFF2-40B4-BE49-F238E27FC236}">
                <a16:creationId xmlns:a16="http://schemas.microsoft.com/office/drawing/2014/main" id="{9AFEB8C5-C484-2486-FAE9-5488A7F4400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9425" y="1341439"/>
            <a:ext cx="5472112" cy="4967286"/>
          </a:xfrm>
        </p:spPr>
        <p:txBody>
          <a:bodyPr lIns="0" tIns="0" rIns="0" bIns="0"/>
          <a:lstStyle>
            <a:lvl1pPr>
              <a:lnSpc>
                <a:spcPct val="100000"/>
              </a:lnSpc>
              <a:defRPr sz="1600" b="1"/>
            </a:lvl1pPr>
            <a:lvl2pPr>
              <a:defRPr sz="2133"/>
            </a:lvl2pPr>
            <a:lvl3pPr>
              <a:defRPr sz="2133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Textplatzhalter">
            <a:extLst>
              <a:ext uri="{FF2B5EF4-FFF2-40B4-BE49-F238E27FC236}">
                <a16:creationId xmlns:a16="http://schemas.microsoft.com/office/drawing/2014/main" id="{F8EFF925-100A-4F83-A37D-4D43D5DD267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0463" y="1341439"/>
            <a:ext cx="5472112" cy="4967286"/>
          </a:xfrm>
        </p:spPr>
        <p:txBody>
          <a:bodyPr lIns="0" tIns="0" rIns="0" bIns="0"/>
          <a:lstStyle>
            <a:lvl1pPr>
              <a:lnSpc>
                <a:spcPct val="100000"/>
              </a:lnSpc>
              <a:defRPr sz="1600" b="1"/>
            </a:lvl1pPr>
            <a:lvl2pPr>
              <a:defRPr sz="2133"/>
            </a:lvl2pPr>
            <a:lvl3pPr>
              <a:defRPr sz="2133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B37B0F2-21D6-7EC1-5CCE-7EF2DE1FA477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pPr algn="r"/>
            <a:fld id="{7EE0A692-4784-41C3-B05F-86614B597388}" type="datetime1">
              <a:rPr lang="de-DE" sz="1000" smtClean="0">
                <a:solidFill>
                  <a:srgbClr val="000000"/>
                </a:solidFill>
              </a:rPr>
              <a:t>05.01.2026</a:t>
            </a:fld>
            <a:endParaRPr lang="de-DE" sz="1000">
              <a:solidFill>
                <a:srgbClr val="000000"/>
              </a:solidFill>
            </a:endParaRPr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1DB78FAF-C0D0-5C5E-A15D-240BD8DE50A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de-DE"/>
              <a:t>Name, Bereich,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669567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A4A3A4"/>
          </p15:clr>
        </p15:guide>
        <p15:guide id="2" pos="3749" userDrawn="1">
          <p15:clr>
            <a:srgbClr val="A4A3A4"/>
          </p15:clr>
        </p15:guide>
        <p15:guide id="3" pos="3931" userDrawn="1">
          <p15:clr>
            <a:srgbClr val="A4A3A4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 Spalten bu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">
            <a:extLst>
              <a:ext uri="{FF2B5EF4-FFF2-40B4-BE49-F238E27FC236}">
                <a16:creationId xmlns:a16="http://schemas.microsoft.com/office/drawing/2014/main" id="{0F6D4BEE-016A-4165-A8A9-C4A35324B3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Headline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2FB6093-D43D-B111-69FC-301475E5B0F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87158B1-A480-4390-8402-7A80A3BAEC4B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Textplatzhalter">
            <a:extLst>
              <a:ext uri="{FF2B5EF4-FFF2-40B4-BE49-F238E27FC236}">
                <a16:creationId xmlns:a16="http://schemas.microsoft.com/office/drawing/2014/main" id="{9AFEB8C5-C484-2486-FAE9-5488A7F4400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9425" y="1341439"/>
            <a:ext cx="5472114" cy="4967286"/>
          </a:xfrm>
          <a:solidFill>
            <a:srgbClr val="DAEFE8"/>
          </a:solidFill>
        </p:spPr>
        <p:txBody>
          <a:bodyPr lIns="216000" tIns="36000" rIns="72000" bIns="180000"/>
          <a:lstStyle>
            <a:lvl1pPr defTabSz="720000">
              <a:lnSpc>
                <a:spcPct val="200000"/>
              </a:lnSpc>
              <a:defRPr sz="1600" b="1"/>
            </a:lvl1pPr>
            <a:lvl2pPr>
              <a:defRPr sz="2133"/>
            </a:lvl2pPr>
            <a:lvl3pPr>
              <a:defRPr sz="2133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34330249-17EA-18E7-D3C4-31F0B1FA378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0461" y="1341439"/>
            <a:ext cx="5472114" cy="4967286"/>
          </a:xfrm>
          <a:prstGeom prst="rect">
            <a:avLst/>
          </a:prstGeom>
          <a:solidFill>
            <a:srgbClr val="DAEFE8"/>
          </a:solidFill>
        </p:spPr>
        <p:txBody>
          <a:bodyPr wrap="square" lIns="216000" tIns="36000" rIns="72000" bIns="180000">
            <a:noAutofit/>
          </a:bodyPr>
          <a:lstStyle>
            <a:lvl1pPr defTabSz="720000">
              <a:lnSpc>
                <a:spcPct val="200000"/>
              </a:lnSpc>
              <a:defRPr sz="1600" b="1"/>
            </a:lvl1pPr>
            <a:lvl2pPr>
              <a:defRPr sz="2133"/>
            </a:lvl2pPr>
            <a:lvl3pPr>
              <a:defRPr sz="2133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Bildplatzhalter 7">
            <a:extLst>
              <a:ext uri="{FF2B5EF4-FFF2-40B4-BE49-F238E27FC236}">
                <a16:creationId xmlns:a16="http://schemas.microsoft.com/office/drawing/2014/main" id="{EBE9C4C3-8759-84D0-C7B5-587380776105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10051628" y="4655976"/>
            <a:ext cx="1660948" cy="1652748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C8172BFD-A632-1DB2-7F1D-D1A3574A6EC7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pPr algn="r"/>
            <a:fld id="{B8CA8259-F4D3-4759-85EB-0D3BF79246FC}" type="datetime1">
              <a:rPr lang="de-DE" sz="1000" smtClean="0">
                <a:solidFill>
                  <a:srgbClr val="000000"/>
                </a:solidFill>
              </a:rPr>
              <a:t>05.01.2026</a:t>
            </a:fld>
            <a:endParaRPr lang="de-DE" sz="1000">
              <a:solidFill>
                <a:srgbClr val="000000"/>
              </a:solidFill>
            </a:endParaRPr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72EF2E01-AF94-A35B-7F0C-DEEF5CEDA215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de-DE"/>
              <a:t>Name, Bereich,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184761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A4A3A4"/>
          </p15:clr>
        </p15:guide>
        <p15:guide id="2" pos="3749" userDrawn="1">
          <p15:clr>
            <a:srgbClr val="A4A3A4"/>
          </p15:clr>
        </p15:guide>
        <p15:guide id="3" pos="3931" userDrawn="1">
          <p15:clr>
            <a:srgbClr val="A4A3A4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">
            <a:extLst>
              <a:ext uri="{FF2B5EF4-FFF2-40B4-BE49-F238E27FC236}">
                <a16:creationId xmlns:a16="http://schemas.microsoft.com/office/drawing/2014/main" id="{0F6D4BEE-016A-4165-A8A9-C4A35324B3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Headline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F42DD8B-9AE1-F680-E425-061409A7DE9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87158B1-A480-4390-8402-7A80A3BAEC4B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098F244-0D96-890A-E755-1C991EAF05C3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algn="r"/>
            <a:fld id="{7E275A13-ED7D-434C-ABAE-674887A1C27F}" type="datetime1">
              <a:rPr lang="de-DE" sz="1000" smtClean="0">
                <a:solidFill>
                  <a:srgbClr val="000000"/>
                </a:solidFill>
              </a:rPr>
              <a:t>05.01.2026</a:t>
            </a:fld>
            <a:endParaRPr lang="de-DE" sz="1000">
              <a:solidFill>
                <a:srgbClr val="000000"/>
              </a:solidFill>
            </a:endParaRP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3703737-1D9F-B1E1-BA8F-D2602792E02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Name, Bereich,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059976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">
            <a:extLst>
              <a:ext uri="{FF2B5EF4-FFF2-40B4-BE49-F238E27FC236}">
                <a16:creationId xmlns:a16="http://schemas.microsoft.com/office/drawing/2014/main" id="{0F6D4BEE-016A-4165-A8A9-C4A35324B3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Headline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2FB6093-D43D-B111-69FC-301475E5B0F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87158B1-A480-4390-8402-7A80A3BAEC4B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5" name="Inhaltsplatzhalter">
            <a:extLst>
              <a:ext uri="{FF2B5EF4-FFF2-40B4-BE49-F238E27FC236}">
                <a16:creationId xmlns:a16="http://schemas.microsoft.com/office/drawing/2014/main" id="{87741FDB-C40D-42A3-B3F0-23CC2B242DA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77792" y="1365251"/>
            <a:ext cx="11234783" cy="4943473"/>
          </a:xfrm>
        </p:spPr>
        <p:txBody>
          <a:bodyPr/>
          <a:lstStyle/>
          <a:p>
            <a:pPr lvl="0"/>
            <a:r>
              <a:rPr lang="de-DE" dirty="0"/>
              <a:t>Erste Ebene Fließtext // für Zwischenüberschrift und Aufzählung &gt;&gt; Menü &gt; Start &gt; Absatz &gt; Listenebene erhöhen 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4F2B8283-6D7C-0972-571A-28425311AE18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 algn="r"/>
            <a:fld id="{8F827766-B17F-4266-90F2-773C6FF6140E}" type="datetime1">
              <a:rPr lang="de-DE" sz="1000" smtClean="0">
                <a:solidFill>
                  <a:srgbClr val="000000"/>
                </a:solidFill>
              </a:rPr>
              <a:t>05.01.2026</a:t>
            </a:fld>
            <a:endParaRPr lang="de-DE" sz="1000">
              <a:solidFill>
                <a:srgbClr val="000000"/>
              </a:solidFill>
            </a:endParaRPr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54D094D3-CDA7-6BA6-05F5-E26BE1AF983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de-DE"/>
              <a:t>Name, Bereich,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8761377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2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">
            <a:extLst>
              <a:ext uri="{FF2B5EF4-FFF2-40B4-BE49-F238E27FC236}">
                <a16:creationId xmlns:a16="http://schemas.microsoft.com/office/drawing/2014/main" id="{DD2B5C4D-D5F8-4D9D-BD4B-AB26647482A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77792" y="1365251"/>
            <a:ext cx="5473597" cy="4943473"/>
          </a:xfrm>
        </p:spPr>
        <p:txBody>
          <a:bodyPr/>
          <a:lstStyle/>
          <a:p>
            <a:pPr lvl="0"/>
            <a:r>
              <a:rPr lang="de-DE" dirty="0"/>
              <a:t>Erste Ebene Fließtext // für Zwischenüberschrift und Aufzählung &gt;&gt; Menü &gt; Start &gt; Absatz &gt; Listenebene erhöhen 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0F6D4BEE-016A-4165-A8A9-C4A35324B3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Headline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F42DD8B-9AE1-F680-E425-061409A7DE9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87158B1-A480-4390-8402-7A80A3BAEC4B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6" name="Inhaltsplatzhalter">
            <a:extLst>
              <a:ext uri="{FF2B5EF4-FFF2-40B4-BE49-F238E27FC236}">
                <a16:creationId xmlns:a16="http://schemas.microsoft.com/office/drawing/2014/main" id="{4C5A875C-9A91-36A1-6D91-684288300C78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240612" y="1365251"/>
            <a:ext cx="5473598" cy="4943473"/>
          </a:xfrm>
        </p:spPr>
        <p:txBody>
          <a:bodyPr/>
          <a:lstStyle/>
          <a:p>
            <a:pPr lvl="0"/>
            <a:r>
              <a:rPr lang="de-DE" dirty="0"/>
              <a:t>Erste Ebene Fließtext // für Zwischenüberschrift und Aufzählung &gt;&gt; Menü &gt; Start &gt; Absatz &gt; Listenebene erhöhen 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64741324-4DF4-D71C-6624-91E56FC64331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pPr algn="r"/>
            <a:fld id="{27EA3869-1586-49B3-9153-DF13ACF03D58}" type="datetime1">
              <a:rPr lang="de-DE" sz="1000" smtClean="0">
                <a:solidFill>
                  <a:srgbClr val="000000"/>
                </a:solidFill>
              </a:rPr>
              <a:t>05.01.2026</a:t>
            </a:fld>
            <a:endParaRPr lang="de-DE" sz="1000">
              <a:solidFill>
                <a:srgbClr val="000000"/>
              </a:solidFill>
            </a:endParaRPr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6624F637-B365-D7C3-D820-B8ECBECD732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Name, Bereich,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266764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930" userDrawn="1">
          <p15:clr>
            <a:srgbClr val="A4A3A4"/>
          </p15:clr>
        </p15:guide>
        <p15:guide id="3" pos="3750" userDrawn="1">
          <p15:clr>
            <a:srgbClr val="A4A3A4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links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">
            <a:extLst>
              <a:ext uri="{FF2B5EF4-FFF2-40B4-BE49-F238E27FC236}">
                <a16:creationId xmlns:a16="http://schemas.microsoft.com/office/drawing/2014/main" id="{019411FE-0971-4F36-8B30-6A1B291357A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77793" y="1364400"/>
            <a:ext cx="5473745" cy="4967286"/>
          </a:xfrm>
          <a:solidFill>
            <a:srgbClr val="E6E6E6"/>
          </a:solidFill>
        </p:spPr>
        <p:txBody>
          <a:bodyPr/>
          <a:lstStyle>
            <a:lvl1pPr algn="ctr">
              <a:defRPr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0F6D4BEE-016A-4165-A8A9-C4A35324B3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Headline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3CBB977-3A9E-698B-56A9-2E6B84B28C6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7158B1-A480-4390-8402-7A80A3BAEC4B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5" name="Inhaltsplatzhalter 5">
            <a:extLst>
              <a:ext uri="{FF2B5EF4-FFF2-40B4-BE49-F238E27FC236}">
                <a16:creationId xmlns:a16="http://schemas.microsoft.com/office/drawing/2014/main" id="{2C4B90AF-911B-FB16-914A-44795CE03462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240463" y="1364400"/>
            <a:ext cx="5472111" cy="4967286"/>
          </a:xfrm>
          <a:noFill/>
        </p:spPr>
        <p:txBody>
          <a:bodyPr lIns="0" tIns="0" rIns="0" bIns="0"/>
          <a:lstStyle/>
          <a:p>
            <a:pPr lvl="0"/>
            <a:r>
              <a:rPr lang="de-DE" dirty="0"/>
              <a:t>Erste Ebene Fließtext // für Zwischenüberschrift und Aufzählung &gt;&gt; Menü &gt; Start &gt; Absatz &gt; Listenebene erhöhen 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F421626E-6F82-FFF0-C027-D80234BDD737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pPr algn="r"/>
            <a:fld id="{D8612E4C-B791-4902-928D-3110112552E2}" type="datetime1">
              <a:rPr lang="de-DE" sz="1000" smtClean="0">
                <a:solidFill>
                  <a:srgbClr val="000000"/>
                </a:solidFill>
              </a:rPr>
              <a:t>05.01.2026</a:t>
            </a:fld>
            <a:endParaRPr lang="de-DE" sz="1000">
              <a:solidFill>
                <a:srgbClr val="000000"/>
              </a:solidFill>
            </a:endParaRPr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4E54C335-E1ED-6211-519D-00A1F1D89E34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de-DE"/>
              <a:t>Name, Bereich,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181477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A4A3A4"/>
          </p15:clr>
        </p15:guide>
        <p15:guide id="2" pos="3749" userDrawn="1">
          <p15:clr>
            <a:srgbClr val="A4A3A4"/>
          </p15:clr>
        </p15:guide>
        <p15:guide id="3" pos="3931" userDrawn="1">
          <p15:clr>
            <a:srgbClr val="A4A3A4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rechts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">
            <a:extLst>
              <a:ext uri="{FF2B5EF4-FFF2-40B4-BE49-F238E27FC236}">
                <a16:creationId xmlns:a16="http://schemas.microsoft.com/office/drawing/2014/main" id="{019411FE-0971-4F36-8B30-6A1B291357A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40463" y="1364400"/>
            <a:ext cx="5472111" cy="4967286"/>
          </a:xfrm>
          <a:solidFill>
            <a:srgbClr val="E6E6E6"/>
          </a:solidFill>
        </p:spPr>
        <p:txBody>
          <a:bodyPr/>
          <a:lstStyle>
            <a:lvl1pPr algn="ctr">
              <a:defRPr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0F6D4BEE-016A-4165-A8A9-C4A35324B3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7794" y="225426"/>
            <a:ext cx="9600000" cy="758856"/>
          </a:xfrm>
        </p:spPr>
        <p:txBody>
          <a:bodyPr/>
          <a:lstStyle/>
          <a:p>
            <a:r>
              <a:rPr lang="de-DE" dirty="0"/>
              <a:t>Headline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3CBB977-3A9E-698B-56A9-2E6B84B28C6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7158B1-A480-4390-8402-7A80A3BAEC4B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5" name="Inhaltsplatzhalter 5">
            <a:extLst>
              <a:ext uri="{FF2B5EF4-FFF2-40B4-BE49-F238E27FC236}">
                <a16:creationId xmlns:a16="http://schemas.microsoft.com/office/drawing/2014/main" id="{2C4B90AF-911B-FB16-914A-44795CE03462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77794" y="1364400"/>
            <a:ext cx="5473744" cy="4967286"/>
          </a:xfrm>
          <a:noFill/>
        </p:spPr>
        <p:txBody>
          <a:bodyPr lIns="0" tIns="0" rIns="0" bIns="0"/>
          <a:lstStyle/>
          <a:p>
            <a:pPr lvl="0"/>
            <a:r>
              <a:rPr lang="de-DE" dirty="0"/>
              <a:t>Erste Ebene Fließtext // für Zwischenüberschrift und Aufzählung &gt;&gt; Menü &gt; Start &gt; Absatz &gt; Listenebene erhöhen 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02021FEA-7C81-A90E-4547-0AD9FE7FD5AD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pPr algn="r"/>
            <a:fld id="{0C13DF41-5484-4C76-A8EC-B8C9F702919C}" type="datetime1">
              <a:rPr lang="de-DE" sz="1000" smtClean="0">
                <a:solidFill>
                  <a:srgbClr val="000000"/>
                </a:solidFill>
              </a:rPr>
              <a:t>05.01.2026</a:t>
            </a:fld>
            <a:endParaRPr lang="de-DE" sz="1000">
              <a:solidFill>
                <a:srgbClr val="000000"/>
              </a:solidFill>
            </a:endParaRPr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D7FE6EA7-9BA8-3120-7B3B-49233856F0C4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de-DE"/>
              <a:t>Name, Bereich,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56308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A4A3A4"/>
          </p15:clr>
        </p15:guide>
        <p15:guide id="2" pos="3749" userDrawn="1">
          <p15:clr>
            <a:srgbClr val="A4A3A4"/>
          </p15:clr>
        </p15:guide>
        <p15:guide id="3" pos="3931" userDrawn="1">
          <p15:clr>
            <a:srgbClr val="A4A3A4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rechts und Inhalt grü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">
            <a:extLst>
              <a:ext uri="{FF2B5EF4-FFF2-40B4-BE49-F238E27FC236}">
                <a16:creationId xmlns:a16="http://schemas.microsoft.com/office/drawing/2014/main" id="{019411FE-0971-4F36-8B30-6A1B291357A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40462" y="1364400"/>
            <a:ext cx="5951538" cy="4944325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0F6D4BEE-016A-4165-A8A9-C4A35324B3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Headline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E840803-1155-6C08-AAE3-C519479E0B1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7158B1-A480-4390-8402-7A80A3BAEC4B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25B4558E-8E89-A07E-F18B-F106E7E5E815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1364400"/>
            <a:ext cx="5951538" cy="4944325"/>
          </a:xfrm>
          <a:solidFill>
            <a:srgbClr val="DAEFE8"/>
          </a:solidFill>
        </p:spPr>
        <p:txBody>
          <a:bodyPr lIns="468000" tIns="93600" rIns="270000" bIns="93600"/>
          <a:lstStyle/>
          <a:p>
            <a:pPr lvl="0"/>
            <a:r>
              <a:rPr lang="de-DE" dirty="0"/>
              <a:t>Erste Ebene Fließtext // für Zwischenüberschrift und Aufzählung &gt;&gt; Menü &gt; Start &gt; Absatz &gt; Listenebene erhöhen 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BFD26B4-5931-C304-F0BA-BB7AA129273F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pPr algn="r"/>
            <a:fld id="{61F6A2E7-8C6D-4B44-AB85-31B7E5556033}" type="datetime1">
              <a:rPr lang="de-DE" sz="1000" smtClean="0">
                <a:solidFill>
                  <a:srgbClr val="000000"/>
                </a:solidFill>
              </a:rPr>
              <a:t>05.01.2026</a:t>
            </a:fld>
            <a:endParaRPr lang="de-DE" sz="1000">
              <a:solidFill>
                <a:srgbClr val="000000"/>
              </a:solidFill>
            </a:endParaRPr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7D63A6C6-B50D-FC6B-A52A-D9DFCFD2A4F4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de-DE"/>
              <a:t>Name, Bereich,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69255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A4A3A4"/>
          </p15:clr>
        </p15:guide>
        <p15:guide id="2" pos="3749" userDrawn="1">
          <p15:clr>
            <a:srgbClr val="A4A3A4"/>
          </p15:clr>
        </p15:guide>
        <p15:guide id="3" pos="3931" userDrawn="1">
          <p15:clr>
            <a:srgbClr val="A4A3A4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rechts und Inhalt gr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">
            <a:extLst>
              <a:ext uri="{FF2B5EF4-FFF2-40B4-BE49-F238E27FC236}">
                <a16:creationId xmlns:a16="http://schemas.microsoft.com/office/drawing/2014/main" id="{019411FE-0971-4F36-8B30-6A1B291357A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40462" y="1364400"/>
            <a:ext cx="5951537" cy="4944325"/>
          </a:xfrm>
          <a:solidFill>
            <a:srgbClr val="E6E6E6"/>
          </a:solidFill>
        </p:spPr>
        <p:txBody>
          <a:bodyPr/>
          <a:lstStyle>
            <a:lvl1pPr algn="ctr">
              <a:defRPr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0F6D4BEE-016A-4165-A8A9-C4A35324B3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Headline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FB8E860-2FE4-6D16-B44C-37D689E2521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7158B1-A480-4390-8402-7A80A3BAEC4B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5" name="Inhaltsplatzhalter 5">
            <a:extLst>
              <a:ext uri="{FF2B5EF4-FFF2-40B4-BE49-F238E27FC236}">
                <a16:creationId xmlns:a16="http://schemas.microsoft.com/office/drawing/2014/main" id="{DE15F625-81FD-0E5D-0843-AAB417591004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1364400"/>
            <a:ext cx="5951537" cy="4944325"/>
          </a:xfrm>
          <a:solidFill>
            <a:srgbClr val="E6E6E6"/>
          </a:solidFill>
        </p:spPr>
        <p:txBody>
          <a:bodyPr lIns="468000" tIns="93600" rIns="270000" bIns="93600"/>
          <a:lstStyle/>
          <a:p>
            <a:pPr lvl="0"/>
            <a:r>
              <a:rPr lang="de-DE" dirty="0"/>
              <a:t>Erste Ebene Fließtext // für Zwischenüberschrift und Aufzählung &gt;&gt; Menü &gt; Start &gt; Absatz &gt; Listenebene erhöhen 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AE7AAB88-7126-4CAF-A5F7-96E73D5DCA22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pPr algn="r"/>
            <a:fld id="{5393A8A3-F5BC-45AA-AECA-9D13608E51CF}" type="datetime1">
              <a:rPr lang="de-DE" sz="1000" smtClean="0">
                <a:solidFill>
                  <a:srgbClr val="000000"/>
                </a:solidFill>
              </a:rPr>
              <a:t>05.01.2026</a:t>
            </a:fld>
            <a:endParaRPr lang="de-DE" sz="1000">
              <a:solidFill>
                <a:srgbClr val="000000"/>
              </a:solidFill>
            </a:endParaRPr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0D140129-18B9-5BAA-9299-045BE1181899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de-DE"/>
              <a:t>Name, Bereich,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579146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A4A3A4"/>
          </p15:clr>
        </p15:guide>
        <p15:guide id="2" pos="3749" userDrawn="1">
          <p15:clr>
            <a:srgbClr val="A4A3A4"/>
          </p15:clr>
        </p15:guide>
        <p15:guide id="3" pos="3931" userDrawn="1">
          <p15:clr>
            <a:srgbClr val="A4A3A4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nhalte und Bild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">
            <a:extLst>
              <a:ext uri="{FF2B5EF4-FFF2-40B4-BE49-F238E27FC236}">
                <a16:creationId xmlns:a16="http://schemas.microsoft.com/office/drawing/2014/main" id="{74B037F2-9663-49F7-9E97-D4A34A66ECC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00390" y="1997952"/>
            <a:ext cx="2588112" cy="4310773"/>
          </a:xfrm>
          <a:solidFill>
            <a:srgbClr val="E6E6E6"/>
          </a:solidFill>
        </p:spPr>
        <p:txBody>
          <a:bodyPr lIns="144000" tIns="108000" rIns="108000" bIns="108000"/>
          <a:lstStyle/>
          <a:p>
            <a:pPr lvl="0"/>
            <a:r>
              <a:rPr lang="de-DE" dirty="0"/>
              <a:t>Erste Ebene Fließtext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</p:txBody>
      </p:sp>
      <p:sp>
        <p:nvSpPr>
          <p:cNvPr id="10" name="Textplatzhalter">
            <a:extLst>
              <a:ext uri="{FF2B5EF4-FFF2-40B4-BE49-F238E27FC236}">
                <a16:creationId xmlns:a16="http://schemas.microsoft.com/office/drawing/2014/main" id="{4C5CA10F-89E7-491D-81EF-8E86B1D9A90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5" y="1997950"/>
            <a:ext cx="2588112" cy="4310775"/>
          </a:xfrm>
          <a:solidFill>
            <a:srgbClr val="E6E6E6"/>
          </a:solidFill>
        </p:spPr>
        <p:txBody>
          <a:bodyPr lIns="144000" tIns="108000" rIns="108000" bIns="108000"/>
          <a:lstStyle/>
          <a:p>
            <a:pPr lvl="0"/>
            <a:r>
              <a:rPr lang="de-DE" dirty="0"/>
              <a:t>Erste Ebene Fließtext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</p:txBody>
      </p:sp>
      <p:sp>
        <p:nvSpPr>
          <p:cNvPr id="19" name="Textplatzhalter">
            <a:extLst>
              <a:ext uri="{FF2B5EF4-FFF2-40B4-BE49-F238E27FC236}">
                <a16:creationId xmlns:a16="http://schemas.microsoft.com/office/drawing/2014/main" id="{1502CD99-A4F5-4EEF-9EFD-BF362DEF4C1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200389" y="1341438"/>
            <a:ext cx="2588113" cy="545217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anchor="ctr" anchorCtr="0"/>
          <a:lstStyle>
            <a:lvl1pPr marL="0" indent="0" algn="ctr">
              <a:spcAft>
                <a:spcPts val="0"/>
              </a:spcAft>
              <a:buFont typeface="Verdana" panose="020B0604030504040204" pitchFamily="34" charset="0"/>
              <a:buNone/>
              <a:defRPr b="1">
                <a:solidFill>
                  <a:schemeClr val="bg1"/>
                </a:solidFill>
              </a:defRPr>
            </a:lvl1pPr>
            <a:lvl2pPr marL="0" indent="0" algn="ctr">
              <a:spcAft>
                <a:spcPts val="0"/>
              </a:spcAft>
              <a:buFont typeface="Verdana" panose="020B0604030504040204" pitchFamily="34" charset="0"/>
              <a:buNone/>
              <a:defRPr b="1">
                <a:solidFill>
                  <a:schemeClr val="bg1"/>
                </a:solidFill>
              </a:defRPr>
            </a:lvl2pPr>
            <a:lvl3pPr marL="0" indent="0" algn="ctr">
              <a:spcAft>
                <a:spcPts val="0"/>
              </a:spcAft>
              <a:buNone/>
              <a:defRPr b="1">
                <a:solidFill>
                  <a:schemeClr val="bg1"/>
                </a:solidFill>
              </a:defRPr>
            </a:lvl3pPr>
            <a:lvl4pPr marL="0" indent="0" algn="ctr">
              <a:spcAft>
                <a:spcPts val="0"/>
              </a:spcAft>
              <a:buNone/>
              <a:defRPr b="1">
                <a:solidFill>
                  <a:schemeClr val="bg1"/>
                </a:solidFill>
              </a:defRPr>
            </a:lvl4pPr>
            <a:lvl5pPr marL="0" indent="0" algn="ctr">
              <a:spcAft>
                <a:spcPts val="0"/>
              </a:spcAft>
              <a:buNone/>
              <a:defRPr b="1">
                <a:solidFill>
                  <a:schemeClr val="bg1"/>
                </a:solidFill>
              </a:defRPr>
            </a:lvl5pPr>
            <a:lvl6pPr marL="0" indent="0" algn="ctr">
              <a:spcAft>
                <a:spcPts val="0"/>
              </a:spcAft>
              <a:buNone/>
              <a:defRPr b="1">
                <a:solidFill>
                  <a:schemeClr val="bg1"/>
                </a:solidFill>
              </a:defRPr>
            </a:lvl6pPr>
            <a:lvl7pPr marL="0" indent="0" algn="ctr">
              <a:spcAft>
                <a:spcPts val="0"/>
              </a:spcAft>
              <a:buFont typeface="Verdana" panose="020B0604030504040204" pitchFamily="34" charset="0"/>
              <a:buNone/>
              <a:defRPr b="1">
                <a:solidFill>
                  <a:schemeClr val="bg1"/>
                </a:solidFill>
              </a:defRPr>
            </a:lvl7pPr>
            <a:lvl8pPr marL="0" indent="0" algn="ctr">
              <a:spcAft>
                <a:spcPts val="0"/>
              </a:spcAft>
              <a:buFont typeface="Verdana" panose="020B0604030504040204" pitchFamily="34" charset="0"/>
              <a:buNone/>
              <a:defRPr b="1">
                <a:solidFill>
                  <a:schemeClr val="bg1"/>
                </a:solidFill>
              </a:defRPr>
            </a:lvl8pPr>
            <a:lvl9pPr marL="0" indent="0" algn="ctr">
              <a:spcAft>
                <a:spcPts val="0"/>
              </a:spcAft>
              <a:buFont typeface="Verdana" panose="020B0604030504040204" pitchFamily="34" charset="0"/>
              <a:buNone/>
              <a:defRPr b="1">
                <a:solidFill>
                  <a:schemeClr val="bg1"/>
                </a:solidFill>
              </a:defRPr>
            </a:lvl9pPr>
          </a:lstStyle>
          <a:p>
            <a:pPr lvl="0"/>
            <a:r>
              <a:rPr lang="de-DE" dirty="0"/>
              <a:t>Textfeld</a:t>
            </a:r>
          </a:p>
        </p:txBody>
      </p:sp>
      <p:sp>
        <p:nvSpPr>
          <p:cNvPr id="16" name="Textplatzhalter">
            <a:extLst>
              <a:ext uri="{FF2B5EF4-FFF2-40B4-BE49-F238E27FC236}">
                <a16:creationId xmlns:a16="http://schemas.microsoft.com/office/drawing/2014/main" id="{3D23014E-41B7-4683-B336-B490FED65C7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9425" y="1341438"/>
            <a:ext cx="2588113" cy="545217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anchor="ctr" anchorCtr="0"/>
          <a:lstStyle>
            <a:lvl1pPr marL="0" indent="0" algn="ctr">
              <a:spcAft>
                <a:spcPts val="0"/>
              </a:spcAft>
              <a:buFont typeface="Verdana" panose="020B0604030504040204" pitchFamily="34" charset="0"/>
              <a:buNone/>
              <a:defRPr b="1">
                <a:solidFill>
                  <a:schemeClr val="bg1"/>
                </a:solidFill>
              </a:defRPr>
            </a:lvl1pPr>
            <a:lvl2pPr marL="0" indent="0" algn="ctr">
              <a:spcAft>
                <a:spcPts val="0"/>
              </a:spcAft>
              <a:buFont typeface="Verdana" panose="020B0604030504040204" pitchFamily="34" charset="0"/>
              <a:buNone/>
              <a:defRPr b="1">
                <a:solidFill>
                  <a:schemeClr val="bg1"/>
                </a:solidFill>
              </a:defRPr>
            </a:lvl2pPr>
            <a:lvl3pPr marL="0" indent="0" algn="ctr">
              <a:spcAft>
                <a:spcPts val="0"/>
              </a:spcAft>
              <a:buNone/>
              <a:defRPr b="1">
                <a:solidFill>
                  <a:schemeClr val="bg1"/>
                </a:solidFill>
              </a:defRPr>
            </a:lvl3pPr>
            <a:lvl4pPr marL="0" indent="0" algn="ctr">
              <a:spcAft>
                <a:spcPts val="0"/>
              </a:spcAft>
              <a:buNone/>
              <a:defRPr b="1">
                <a:solidFill>
                  <a:schemeClr val="bg1"/>
                </a:solidFill>
              </a:defRPr>
            </a:lvl4pPr>
            <a:lvl5pPr marL="0" indent="0" algn="ctr">
              <a:spcAft>
                <a:spcPts val="0"/>
              </a:spcAft>
              <a:buNone/>
              <a:defRPr b="1">
                <a:solidFill>
                  <a:schemeClr val="bg1"/>
                </a:solidFill>
              </a:defRPr>
            </a:lvl5pPr>
            <a:lvl6pPr marL="0" indent="0" algn="ctr">
              <a:spcAft>
                <a:spcPts val="0"/>
              </a:spcAft>
              <a:buNone/>
              <a:defRPr b="1">
                <a:solidFill>
                  <a:schemeClr val="bg1"/>
                </a:solidFill>
              </a:defRPr>
            </a:lvl6pPr>
            <a:lvl7pPr marL="0" indent="0" algn="ctr">
              <a:spcAft>
                <a:spcPts val="0"/>
              </a:spcAft>
              <a:buFont typeface="Verdana" panose="020B0604030504040204" pitchFamily="34" charset="0"/>
              <a:buNone/>
              <a:defRPr b="1">
                <a:solidFill>
                  <a:schemeClr val="bg1"/>
                </a:solidFill>
              </a:defRPr>
            </a:lvl7pPr>
            <a:lvl8pPr marL="0" indent="0" algn="ctr">
              <a:spcAft>
                <a:spcPts val="0"/>
              </a:spcAft>
              <a:buFont typeface="Verdana" panose="020B0604030504040204" pitchFamily="34" charset="0"/>
              <a:buNone/>
              <a:defRPr b="1">
                <a:solidFill>
                  <a:schemeClr val="bg1"/>
                </a:solidFill>
              </a:defRPr>
            </a:lvl8pPr>
            <a:lvl9pPr marL="0" indent="0" algn="ctr">
              <a:spcAft>
                <a:spcPts val="0"/>
              </a:spcAft>
              <a:buFont typeface="Verdana" panose="020B0604030504040204" pitchFamily="34" charset="0"/>
              <a:buNone/>
              <a:defRPr b="1">
                <a:solidFill>
                  <a:schemeClr val="bg1"/>
                </a:solidFill>
              </a:defRPr>
            </a:lvl9pPr>
          </a:lstStyle>
          <a:p>
            <a:pPr lvl="0"/>
            <a:r>
              <a:rPr lang="de-DE" dirty="0"/>
              <a:t>Textfeld</a:t>
            </a:r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0F6D4BEE-016A-4165-A8A9-C4A35324B3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Headline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E0ADCDE-9DA7-6084-3D1C-49A27C26CEE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087158B1-A480-4390-8402-7A80A3BAEC4B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8B6404CD-E538-40D5-DA0D-FEF27B95C39C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096001" y="1341438"/>
            <a:ext cx="5616574" cy="4967287"/>
          </a:xfrm>
          <a:solidFill>
            <a:srgbClr val="E6E6E6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9AB254D-BF33-1DB0-E258-9B7BF1D42C24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pPr algn="r"/>
            <a:fld id="{20D2A277-2979-4E0B-A65F-D915D10B2862}" type="datetime1">
              <a:rPr lang="de-DE" sz="1000" smtClean="0">
                <a:solidFill>
                  <a:srgbClr val="000000"/>
                </a:solidFill>
              </a:rPr>
              <a:t>05.01.2026</a:t>
            </a:fld>
            <a:endParaRPr lang="de-DE" sz="1000">
              <a:solidFill>
                <a:srgbClr val="000000"/>
              </a:solidFill>
            </a:endParaRP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95FD8E3-F36B-C75A-BE1E-61AA0F3D054B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de-DE"/>
              <a:t>Name, Bereich,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3842420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nhalte und Bild li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">
            <a:extLst>
              <a:ext uri="{FF2B5EF4-FFF2-40B4-BE49-F238E27FC236}">
                <a16:creationId xmlns:a16="http://schemas.microsoft.com/office/drawing/2014/main" id="{74B037F2-9663-49F7-9E97-D4A34A66ECC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124462" y="1996574"/>
            <a:ext cx="2588112" cy="4312151"/>
          </a:xfrm>
          <a:solidFill>
            <a:srgbClr val="E6E6E6"/>
          </a:solidFill>
        </p:spPr>
        <p:txBody>
          <a:bodyPr lIns="144000" tIns="108000" rIns="108000" bIns="108000"/>
          <a:lstStyle/>
          <a:p>
            <a:pPr lvl="0"/>
            <a:r>
              <a:rPr lang="de-DE" dirty="0"/>
              <a:t>Erste Ebene Fließtext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</p:txBody>
      </p:sp>
      <p:sp>
        <p:nvSpPr>
          <p:cNvPr id="10" name="Textplatzhalter">
            <a:extLst>
              <a:ext uri="{FF2B5EF4-FFF2-40B4-BE49-F238E27FC236}">
                <a16:creationId xmlns:a16="http://schemas.microsoft.com/office/drawing/2014/main" id="{4C5CA10F-89E7-491D-81EF-8E86B1D9A90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02874" y="1996573"/>
            <a:ext cx="2588112" cy="4312151"/>
          </a:xfrm>
          <a:solidFill>
            <a:srgbClr val="E6E6E6"/>
          </a:solidFill>
        </p:spPr>
        <p:txBody>
          <a:bodyPr lIns="144000" tIns="108000" rIns="108000" bIns="108000"/>
          <a:lstStyle/>
          <a:p>
            <a:pPr lvl="0"/>
            <a:r>
              <a:rPr lang="de-DE" dirty="0"/>
              <a:t>Erste Ebene Fließtext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</p:txBody>
      </p:sp>
      <p:sp>
        <p:nvSpPr>
          <p:cNvPr id="14" name="Bildplatzhalter">
            <a:extLst>
              <a:ext uri="{FF2B5EF4-FFF2-40B4-BE49-F238E27FC236}">
                <a16:creationId xmlns:a16="http://schemas.microsoft.com/office/drawing/2014/main" id="{1F15A161-BF15-4B4B-ABA6-CC1126F1B37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77793" y="1341438"/>
            <a:ext cx="5618207" cy="4967287"/>
          </a:xfrm>
          <a:solidFill>
            <a:srgbClr val="E6E6E6"/>
          </a:solidFill>
        </p:spPr>
        <p:txBody>
          <a:bodyPr/>
          <a:lstStyle>
            <a:lvl1pPr algn="ctr">
              <a:defRPr/>
            </a:lvl1pPr>
          </a:lstStyle>
          <a:p>
            <a:br>
              <a:rPr lang="de-DE" dirty="0"/>
            </a:br>
            <a:br>
              <a:rPr lang="de-DE" dirty="0"/>
            </a:b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Bild einfügen</a:t>
            </a:r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0F6D4BEE-016A-4165-A8A9-C4A35324B3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Headline</a:t>
            </a:r>
          </a:p>
        </p:txBody>
      </p:sp>
      <p:sp>
        <p:nvSpPr>
          <p:cNvPr id="17" name="Textplatzhalter">
            <a:extLst>
              <a:ext uri="{FF2B5EF4-FFF2-40B4-BE49-F238E27FC236}">
                <a16:creationId xmlns:a16="http://schemas.microsoft.com/office/drawing/2014/main" id="{1016F5D0-6396-48C9-9A30-E485E66B4BA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124462" y="1341438"/>
            <a:ext cx="2588113" cy="545217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anchor="ctr" anchorCtr="0"/>
          <a:lstStyle>
            <a:lvl1pPr marL="0" indent="0" algn="ctr">
              <a:spcAft>
                <a:spcPts val="0"/>
              </a:spcAft>
              <a:buFont typeface="Verdana" panose="020B0604030504040204" pitchFamily="34" charset="0"/>
              <a:buNone/>
              <a:defRPr b="1">
                <a:solidFill>
                  <a:schemeClr val="bg1"/>
                </a:solidFill>
              </a:defRPr>
            </a:lvl1pPr>
            <a:lvl2pPr marL="0" indent="0" algn="ctr">
              <a:spcAft>
                <a:spcPts val="0"/>
              </a:spcAft>
              <a:buFont typeface="Verdana" panose="020B0604030504040204" pitchFamily="34" charset="0"/>
              <a:buNone/>
              <a:defRPr b="1">
                <a:solidFill>
                  <a:schemeClr val="bg1"/>
                </a:solidFill>
              </a:defRPr>
            </a:lvl2pPr>
            <a:lvl3pPr marL="0" indent="0" algn="ctr">
              <a:spcAft>
                <a:spcPts val="0"/>
              </a:spcAft>
              <a:buNone/>
              <a:defRPr b="1">
                <a:solidFill>
                  <a:schemeClr val="bg1"/>
                </a:solidFill>
              </a:defRPr>
            </a:lvl3pPr>
            <a:lvl4pPr marL="0" indent="0" algn="ctr">
              <a:spcAft>
                <a:spcPts val="0"/>
              </a:spcAft>
              <a:buNone/>
              <a:defRPr b="1">
                <a:solidFill>
                  <a:schemeClr val="bg1"/>
                </a:solidFill>
              </a:defRPr>
            </a:lvl4pPr>
            <a:lvl5pPr marL="0" indent="0" algn="ctr">
              <a:spcAft>
                <a:spcPts val="0"/>
              </a:spcAft>
              <a:buNone/>
              <a:defRPr b="1">
                <a:solidFill>
                  <a:schemeClr val="bg1"/>
                </a:solidFill>
              </a:defRPr>
            </a:lvl5pPr>
            <a:lvl6pPr marL="0" indent="0" algn="ctr">
              <a:spcAft>
                <a:spcPts val="0"/>
              </a:spcAft>
              <a:buNone/>
              <a:defRPr b="1">
                <a:solidFill>
                  <a:schemeClr val="bg1"/>
                </a:solidFill>
              </a:defRPr>
            </a:lvl6pPr>
            <a:lvl7pPr marL="0" indent="0" algn="ctr">
              <a:spcAft>
                <a:spcPts val="0"/>
              </a:spcAft>
              <a:buFont typeface="Verdana" panose="020B0604030504040204" pitchFamily="34" charset="0"/>
              <a:buNone/>
              <a:defRPr b="1">
                <a:solidFill>
                  <a:schemeClr val="bg1"/>
                </a:solidFill>
              </a:defRPr>
            </a:lvl7pPr>
            <a:lvl8pPr marL="0" indent="0" algn="ctr">
              <a:spcAft>
                <a:spcPts val="0"/>
              </a:spcAft>
              <a:buFont typeface="Verdana" panose="020B0604030504040204" pitchFamily="34" charset="0"/>
              <a:buNone/>
              <a:defRPr b="1">
                <a:solidFill>
                  <a:schemeClr val="bg1"/>
                </a:solidFill>
              </a:defRPr>
            </a:lvl8pPr>
            <a:lvl9pPr marL="0" indent="0" algn="ctr">
              <a:spcAft>
                <a:spcPts val="0"/>
              </a:spcAft>
              <a:buFont typeface="Verdana" panose="020B0604030504040204" pitchFamily="34" charset="0"/>
              <a:buNone/>
              <a:defRPr b="1">
                <a:solidFill>
                  <a:schemeClr val="bg1"/>
                </a:solidFill>
              </a:defRPr>
            </a:lvl9pPr>
          </a:lstStyle>
          <a:p>
            <a:pPr lvl="0"/>
            <a:r>
              <a:rPr lang="de-DE" dirty="0"/>
              <a:t>Textfeld</a:t>
            </a:r>
          </a:p>
        </p:txBody>
      </p:sp>
      <p:sp>
        <p:nvSpPr>
          <p:cNvPr id="18" name="Textplatzhalter">
            <a:extLst>
              <a:ext uri="{FF2B5EF4-FFF2-40B4-BE49-F238E27FC236}">
                <a16:creationId xmlns:a16="http://schemas.microsoft.com/office/drawing/2014/main" id="{81031558-CE80-4C23-A0A4-51CFA6A524C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402873" y="1341438"/>
            <a:ext cx="2588113" cy="545217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anchor="ctr" anchorCtr="0"/>
          <a:lstStyle>
            <a:lvl1pPr marL="0" indent="0" algn="ctr">
              <a:spcAft>
                <a:spcPts val="0"/>
              </a:spcAft>
              <a:buFont typeface="Verdana" panose="020B0604030504040204" pitchFamily="34" charset="0"/>
              <a:buNone/>
              <a:defRPr b="1">
                <a:solidFill>
                  <a:schemeClr val="bg1"/>
                </a:solidFill>
              </a:defRPr>
            </a:lvl1pPr>
            <a:lvl2pPr marL="0" indent="0" algn="ctr">
              <a:spcAft>
                <a:spcPts val="0"/>
              </a:spcAft>
              <a:buFont typeface="Verdana" panose="020B0604030504040204" pitchFamily="34" charset="0"/>
              <a:buNone/>
              <a:defRPr b="1">
                <a:solidFill>
                  <a:schemeClr val="bg1"/>
                </a:solidFill>
              </a:defRPr>
            </a:lvl2pPr>
            <a:lvl3pPr marL="0" indent="0" algn="ctr">
              <a:spcAft>
                <a:spcPts val="0"/>
              </a:spcAft>
              <a:buNone/>
              <a:defRPr b="1">
                <a:solidFill>
                  <a:schemeClr val="bg1"/>
                </a:solidFill>
              </a:defRPr>
            </a:lvl3pPr>
            <a:lvl4pPr marL="0" indent="0" algn="ctr">
              <a:spcAft>
                <a:spcPts val="0"/>
              </a:spcAft>
              <a:buNone/>
              <a:defRPr b="1">
                <a:solidFill>
                  <a:schemeClr val="bg1"/>
                </a:solidFill>
              </a:defRPr>
            </a:lvl4pPr>
            <a:lvl5pPr marL="0" indent="0" algn="ctr">
              <a:spcAft>
                <a:spcPts val="0"/>
              </a:spcAft>
              <a:buNone/>
              <a:defRPr b="1">
                <a:solidFill>
                  <a:schemeClr val="bg1"/>
                </a:solidFill>
              </a:defRPr>
            </a:lvl5pPr>
            <a:lvl6pPr marL="0" indent="0" algn="ctr">
              <a:spcAft>
                <a:spcPts val="0"/>
              </a:spcAft>
              <a:buNone/>
              <a:defRPr b="1">
                <a:solidFill>
                  <a:schemeClr val="bg1"/>
                </a:solidFill>
              </a:defRPr>
            </a:lvl6pPr>
            <a:lvl7pPr marL="0" indent="0" algn="ctr">
              <a:spcAft>
                <a:spcPts val="0"/>
              </a:spcAft>
              <a:buFont typeface="Verdana" panose="020B0604030504040204" pitchFamily="34" charset="0"/>
              <a:buNone/>
              <a:defRPr b="1">
                <a:solidFill>
                  <a:schemeClr val="bg1"/>
                </a:solidFill>
              </a:defRPr>
            </a:lvl7pPr>
            <a:lvl8pPr marL="0" indent="0" algn="ctr">
              <a:spcAft>
                <a:spcPts val="0"/>
              </a:spcAft>
              <a:buFont typeface="Verdana" panose="020B0604030504040204" pitchFamily="34" charset="0"/>
              <a:buNone/>
              <a:defRPr b="1">
                <a:solidFill>
                  <a:schemeClr val="bg1"/>
                </a:solidFill>
              </a:defRPr>
            </a:lvl8pPr>
            <a:lvl9pPr marL="0" indent="0" algn="ctr">
              <a:spcAft>
                <a:spcPts val="0"/>
              </a:spcAft>
              <a:buFont typeface="Verdana" panose="020B0604030504040204" pitchFamily="34" charset="0"/>
              <a:buNone/>
              <a:defRPr b="1">
                <a:solidFill>
                  <a:schemeClr val="bg1"/>
                </a:solidFill>
              </a:defRPr>
            </a:lvl9pPr>
          </a:lstStyle>
          <a:p>
            <a:pPr lvl="0"/>
            <a:r>
              <a:rPr lang="de-DE" dirty="0"/>
              <a:t>Textfeld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17D3229-E800-6A19-C0B1-CDC8B608F889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87158B1-A480-4390-8402-7A80A3BAEC4B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FBA135D-7B9C-0BFB-D3AE-7CDA1147D97C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pPr algn="r"/>
            <a:fld id="{D7D43077-0570-4629-94F6-B4F2600E32F7}" type="datetime1">
              <a:rPr lang="de-DE" sz="1000" smtClean="0">
                <a:solidFill>
                  <a:srgbClr val="000000"/>
                </a:solidFill>
              </a:rPr>
              <a:t>05.01.2026</a:t>
            </a:fld>
            <a:endParaRPr lang="de-DE" sz="1000">
              <a:solidFill>
                <a:srgbClr val="000000"/>
              </a:solidFill>
            </a:endParaRP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BDE16C4-C332-04D7-06ED-156C7F863C9C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de-DE"/>
              <a:t>Name, Bereich,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660429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Bereiche + Bild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">
            <a:extLst>
              <a:ext uri="{FF2B5EF4-FFF2-40B4-BE49-F238E27FC236}">
                <a16:creationId xmlns:a16="http://schemas.microsoft.com/office/drawing/2014/main" id="{5BBEE6C5-B90A-4150-AF7C-AC47FF7562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1056" y="1341438"/>
            <a:ext cx="3553199" cy="4967287"/>
          </a:xfrm>
          <a:solidFill>
            <a:srgbClr val="DAEFE8"/>
          </a:solidFill>
        </p:spPr>
        <p:txBody>
          <a:bodyPr lIns="144000" tIns="108000" rIns="108000" bIns="108000"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2133"/>
            </a:lvl2pPr>
            <a:lvl3pPr>
              <a:defRPr sz="2133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0F6D4BEE-016A-4165-A8A9-C4A35324B3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7794" y="225426"/>
            <a:ext cx="9600000" cy="758856"/>
          </a:xfrm>
        </p:spPr>
        <p:txBody>
          <a:bodyPr/>
          <a:lstStyle/>
          <a:p>
            <a:r>
              <a:rPr lang="de-DE" dirty="0"/>
              <a:t>Headline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2FB6093-D43D-B111-69FC-301475E5B0F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87158B1-A480-4390-8402-7A80A3BAEC4B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5" name="Textplatzhalter">
            <a:extLst>
              <a:ext uri="{FF2B5EF4-FFF2-40B4-BE49-F238E27FC236}">
                <a16:creationId xmlns:a16="http://schemas.microsoft.com/office/drawing/2014/main" id="{1720844A-C10F-4324-ACE9-2175A940DB4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23478" y="1341438"/>
            <a:ext cx="3553199" cy="4967287"/>
          </a:xfrm>
          <a:solidFill>
            <a:srgbClr val="DAEFE8"/>
          </a:solidFill>
        </p:spPr>
        <p:txBody>
          <a:bodyPr lIns="144000" tIns="108000" rIns="108000" bIns="108000"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2133"/>
            </a:lvl2pPr>
            <a:lvl3pPr>
              <a:defRPr sz="2133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8" name="Bildplatzhalter 17">
            <a:extLst>
              <a:ext uri="{FF2B5EF4-FFF2-40B4-BE49-F238E27FC236}">
                <a16:creationId xmlns:a16="http://schemas.microsoft.com/office/drawing/2014/main" id="{F872F4C4-017F-CDE5-F139-D38742E9EA4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165900" y="1341439"/>
            <a:ext cx="4026100" cy="4967286"/>
          </a:xfrm>
          <a:solidFill>
            <a:srgbClr val="E6E6E6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de-DE" dirty="0" err="1"/>
              <a:t>bild</a:t>
            </a:r>
            <a:endParaRPr lang="de-DE" dirty="0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222C74B1-CC76-6467-5A7C-A3E9453012AB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pPr algn="r"/>
            <a:fld id="{54AF31F5-520A-4B91-83A6-CD8A1C5412A8}" type="datetime1">
              <a:rPr lang="de-DE" sz="1000" smtClean="0">
                <a:solidFill>
                  <a:srgbClr val="000000"/>
                </a:solidFill>
              </a:rPr>
              <a:t>05.01.2026</a:t>
            </a:fld>
            <a:endParaRPr lang="de-DE" sz="1000">
              <a:solidFill>
                <a:srgbClr val="000000"/>
              </a:solidFill>
            </a:endParaRPr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18BEE97F-FD4B-91B5-DE60-31B9AD02A262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de-DE"/>
              <a:t>Name, Bereich,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682672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Bereiche + Bild li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">
            <a:extLst>
              <a:ext uri="{FF2B5EF4-FFF2-40B4-BE49-F238E27FC236}">
                <a16:creationId xmlns:a16="http://schemas.microsoft.com/office/drawing/2014/main" id="{5BBEE6C5-B90A-4150-AF7C-AC47FF7562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159376" y="1341438"/>
            <a:ext cx="3553199" cy="4967287"/>
          </a:xfrm>
          <a:noFill/>
        </p:spPr>
        <p:txBody>
          <a:bodyPr lIns="0" tIns="0" rIns="0" bIns="0"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2133"/>
            </a:lvl2pPr>
            <a:lvl3pPr>
              <a:defRPr sz="2133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0F6D4BEE-016A-4165-A8A9-C4A35324B3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7794" y="225426"/>
            <a:ext cx="9600000" cy="758856"/>
          </a:xfrm>
        </p:spPr>
        <p:txBody>
          <a:bodyPr/>
          <a:lstStyle/>
          <a:p>
            <a:r>
              <a:rPr lang="de-DE" dirty="0"/>
              <a:t>Headline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2FB6093-D43D-B111-69FC-301475E5B0F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87158B1-A480-4390-8402-7A80A3BAEC4B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5" name="Textplatzhalter">
            <a:extLst>
              <a:ext uri="{FF2B5EF4-FFF2-40B4-BE49-F238E27FC236}">
                <a16:creationId xmlns:a16="http://schemas.microsoft.com/office/drawing/2014/main" id="{1720844A-C10F-4324-ACE9-2175A940DB4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23478" y="1341438"/>
            <a:ext cx="3553199" cy="4967287"/>
          </a:xfrm>
          <a:noFill/>
        </p:spPr>
        <p:txBody>
          <a:bodyPr lIns="0" tIns="0" rIns="0" bIns="0"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2133"/>
            </a:lvl2pPr>
            <a:lvl3pPr>
              <a:defRPr sz="2133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8" name="Bildplatzhalter 17">
            <a:extLst>
              <a:ext uri="{FF2B5EF4-FFF2-40B4-BE49-F238E27FC236}">
                <a16:creationId xmlns:a16="http://schemas.microsoft.com/office/drawing/2014/main" id="{F872F4C4-017F-CDE5-F139-D38742E9EA4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1341439"/>
            <a:ext cx="4026100" cy="4967286"/>
          </a:xfrm>
          <a:solidFill>
            <a:srgbClr val="E6E6E6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de-DE" dirty="0" err="1"/>
              <a:t>bild</a:t>
            </a:r>
            <a:endParaRPr lang="de-DE" dirty="0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747A135D-549F-6748-DB47-E9E7ABFC22DA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pPr algn="r"/>
            <a:fld id="{F941036F-F713-4F9A-9392-A36A76B034B7}" type="datetime1">
              <a:rPr lang="de-DE" sz="1000" smtClean="0">
                <a:solidFill>
                  <a:srgbClr val="000000"/>
                </a:solidFill>
              </a:rPr>
              <a:t>05.01.2026</a:t>
            </a:fld>
            <a:endParaRPr lang="de-DE" sz="1000">
              <a:solidFill>
                <a:srgbClr val="000000"/>
              </a:solidFill>
            </a:endParaRPr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B19C269F-2FC8-C6CC-2C4A-43EFE1FF4757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de-DE"/>
              <a:t>Name, Bereich,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985379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rteile Nachte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">
            <a:extLst>
              <a:ext uri="{FF2B5EF4-FFF2-40B4-BE49-F238E27FC236}">
                <a16:creationId xmlns:a16="http://schemas.microsoft.com/office/drawing/2014/main" id="{0F6D4BEE-016A-4165-A8A9-C4A35324B3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Headline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2FB6093-D43D-B111-69FC-301475E5B0F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87158B1-A480-4390-8402-7A80A3BAEC4B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Textplatzhalter">
            <a:extLst>
              <a:ext uri="{FF2B5EF4-FFF2-40B4-BE49-F238E27FC236}">
                <a16:creationId xmlns:a16="http://schemas.microsoft.com/office/drawing/2014/main" id="{9AFEB8C5-C484-2486-FAE9-5488A7F4400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9424" y="2371939"/>
            <a:ext cx="5508421" cy="3936785"/>
          </a:xfrm>
          <a:noFill/>
        </p:spPr>
        <p:txBody>
          <a:bodyPr lIns="0" tIns="0" rIns="0" bIns="0"/>
          <a:lstStyle>
            <a:lvl1pPr marL="285750" indent="-285750">
              <a:lnSpc>
                <a:spcPct val="200000"/>
              </a:lnSpc>
              <a:buFont typeface="Verdana" panose="020B0604030504040204" pitchFamily="34" charset="0"/>
              <a:buChar char="•"/>
              <a:defRPr sz="1600" b="0"/>
            </a:lvl1pPr>
            <a:lvl2pPr>
              <a:defRPr sz="2133"/>
            </a:lvl2pPr>
            <a:lvl3pPr>
              <a:defRPr sz="2133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Textplatzhalter">
            <a:extLst>
              <a:ext uri="{FF2B5EF4-FFF2-40B4-BE49-F238E27FC236}">
                <a16:creationId xmlns:a16="http://schemas.microsoft.com/office/drawing/2014/main" id="{F8EFF925-100A-4F83-A37D-4D43D5DD267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573793" y="2371939"/>
            <a:ext cx="5138782" cy="3936786"/>
          </a:xfrm>
          <a:noFill/>
        </p:spPr>
        <p:txBody>
          <a:bodyPr lIns="0" tIns="0" rIns="0" bIns="0"/>
          <a:lstStyle>
            <a:lvl1pPr marL="285750" indent="-285750">
              <a:lnSpc>
                <a:spcPct val="200000"/>
              </a:lnSpc>
              <a:buFont typeface="Verdana" panose="020B0604030504040204" pitchFamily="34" charset="0"/>
              <a:buChar char="•"/>
              <a:defRPr sz="1600" b="0"/>
            </a:lvl1pPr>
            <a:lvl2pPr>
              <a:defRPr sz="2133"/>
            </a:lvl2pPr>
            <a:lvl3pPr>
              <a:defRPr sz="2133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3776B2D-8E44-0699-CE1C-9D252A8BA1BE}"/>
              </a:ext>
            </a:extLst>
          </p:cNvPr>
          <p:cNvSpPr/>
          <p:nvPr userDrawn="1"/>
        </p:nvSpPr>
        <p:spPr>
          <a:xfrm>
            <a:off x="2817685" y="1341438"/>
            <a:ext cx="831898" cy="831898"/>
          </a:xfrm>
          <a:prstGeom prst="ellipse">
            <a:avLst/>
          </a:prstGeom>
          <a:solidFill>
            <a:srgbClr val="4095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538DF8D-6D6B-A3FC-50E8-18B7AB3C9476}"/>
              </a:ext>
            </a:extLst>
          </p:cNvPr>
          <p:cNvSpPr/>
          <p:nvPr userDrawn="1"/>
        </p:nvSpPr>
        <p:spPr>
          <a:xfrm>
            <a:off x="8542415" y="1341438"/>
            <a:ext cx="831898" cy="831898"/>
          </a:xfrm>
          <a:prstGeom prst="ellipse">
            <a:avLst/>
          </a:prstGeom>
          <a:solidFill>
            <a:srgbClr val="9C9D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303A2B1B-E7A5-5D79-465E-4720AE71D49A}"/>
              </a:ext>
            </a:extLst>
          </p:cNvPr>
          <p:cNvGrpSpPr/>
          <p:nvPr userDrawn="1"/>
        </p:nvGrpSpPr>
        <p:grpSpPr>
          <a:xfrm>
            <a:off x="3053161" y="1576914"/>
            <a:ext cx="360947" cy="360947"/>
            <a:chOff x="4419949" y="1558026"/>
            <a:chExt cx="360947" cy="360947"/>
          </a:xfrm>
        </p:grpSpPr>
        <p:sp>
          <p:nvSpPr>
            <p:cNvPr id="11" name="Rechteck 10">
              <a:extLst>
                <a:ext uri="{FF2B5EF4-FFF2-40B4-BE49-F238E27FC236}">
                  <a16:creationId xmlns:a16="http://schemas.microsoft.com/office/drawing/2014/main" id="{345DC910-3D47-D384-738F-84E5D47F57C6}"/>
                </a:ext>
              </a:extLst>
            </p:cNvPr>
            <p:cNvSpPr/>
            <p:nvPr userDrawn="1"/>
          </p:nvSpPr>
          <p:spPr>
            <a:xfrm rot="16200000">
              <a:off x="4565920" y="1558026"/>
              <a:ext cx="69005" cy="36094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FB8F05E7-BE87-6730-3867-69BEA92A135F}"/>
                </a:ext>
              </a:extLst>
            </p:cNvPr>
            <p:cNvSpPr/>
            <p:nvPr userDrawn="1"/>
          </p:nvSpPr>
          <p:spPr>
            <a:xfrm>
              <a:off x="4565920" y="1558026"/>
              <a:ext cx="69005" cy="36094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15" name="Rechteck 14">
            <a:extLst>
              <a:ext uri="{FF2B5EF4-FFF2-40B4-BE49-F238E27FC236}">
                <a16:creationId xmlns:a16="http://schemas.microsoft.com/office/drawing/2014/main" id="{3F0FC490-6825-81BC-EB5F-2B2B6EECF420}"/>
              </a:ext>
            </a:extLst>
          </p:cNvPr>
          <p:cNvSpPr/>
          <p:nvPr userDrawn="1"/>
        </p:nvSpPr>
        <p:spPr>
          <a:xfrm rot="16200000">
            <a:off x="8923862" y="1576914"/>
            <a:ext cx="69005" cy="3609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8" name="Gerade Verbindung 17">
            <a:extLst>
              <a:ext uri="{FF2B5EF4-FFF2-40B4-BE49-F238E27FC236}">
                <a16:creationId xmlns:a16="http://schemas.microsoft.com/office/drawing/2014/main" id="{8BA53FF5-07AF-BE27-3822-ED810FCF6023}"/>
              </a:ext>
            </a:extLst>
          </p:cNvPr>
          <p:cNvCxnSpPr/>
          <p:nvPr userDrawn="1"/>
        </p:nvCxnSpPr>
        <p:spPr>
          <a:xfrm>
            <a:off x="6096000" y="1341438"/>
            <a:ext cx="0" cy="4967287"/>
          </a:xfrm>
          <a:prstGeom prst="line">
            <a:avLst/>
          </a:prstGeom>
          <a:ln>
            <a:solidFill>
              <a:srgbClr val="9C9D9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BD136564-13BF-5AD2-65B3-43ED64319C17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pPr algn="r"/>
            <a:fld id="{D1F70F49-F180-4A09-81EA-9B4A29218C87}" type="datetime1">
              <a:rPr lang="de-DE" sz="1000" smtClean="0">
                <a:solidFill>
                  <a:srgbClr val="000000"/>
                </a:solidFill>
              </a:rPr>
              <a:t>05.01.2026</a:t>
            </a:fld>
            <a:endParaRPr lang="de-DE" sz="1000">
              <a:solidFill>
                <a:srgbClr val="000000"/>
              </a:solidFill>
            </a:endParaRPr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DDFDB8E2-0E3A-90D5-CE57-76961A46CDC5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de-DE"/>
              <a:t>Name, Bereich,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54618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rteile Nachteile Farb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">
            <a:extLst>
              <a:ext uri="{FF2B5EF4-FFF2-40B4-BE49-F238E27FC236}">
                <a16:creationId xmlns:a16="http://schemas.microsoft.com/office/drawing/2014/main" id="{0F6D4BEE-016A-4165-A8A9-C4A35324B3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Headline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2FB6093-D43D-B111-69FC-301475E5B0F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87158B1-A480-4390-8402-7A80A3BAEC4B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Textplatzhalter">
            <a:extLst>
              <a:ext uri="{FF2B5EF4-FFF2-40B4-BE49-F238E27FC236}">
                <a16:creationId xmlns:a16="http://schemas.microsoft.com/office/drawing/2014/main" id="{9AFEB8C5-C484-2486-FAE9-5488A7F4400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9425" y="1341439"/>
            <a:ext cx="5472114" cy="4967286"/>
          </a:xfrm>
          <a:solidFill>
            <a:srgbClr val="DAEFE8"/>
          </a:solidFill>
        </p:spPr>
        <p:txBody>
          <a:bodyPr lIns="216000" tIns="1080000" rIns="72000" bIns="180000"/>
          <a:lstStyle>
            <a:lvl1pPr marL="285750" indent="-285750">
              <a:lnSpc>
                <a:spcPct val="200000"/>
              </a:lnSpc>
              <a:buFont typeface="Verdana" panose="020B0604030504040204" pitchFamily="34" charset="0"/>
              <a:buChar char="•"/>
              <a:defRPr sz="1600" b="0"/>
            </a:lvl1pPr>
            <a:lvl2pPr>
              <a:defRPr sz="2133"/>
            </a:lvl2pPr>
            <a:lvl3pPr>
              <a:defRPr sz="2133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Textplatzhalter">
            <a:extLst>
              <a:ext uri="{FF2B5EF4-FFF2-40B4-BE49-F238E27FC236}">
                <a16:creationId xmlns:a16="http://schemas.microsoft.com/office/drawing/2014/main" id="{F8EFF925-100A-4F83-A37D-4D43D5DD267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0461" y="1341439"/>
            <a:ext cx="5472114" cy="4967286"/>
          </a:xfrm>
          <a:solidFill>
            <a:srgbClr val="E6E6E6"/>
          </a:solidFill>
        </p:spPr>
        <p:txBody>
          <a:bodyPr lIns="216000" tIns="1080000" rIns="72000" bIns="180000"/>
          <a:lstStyle>
            <a:lvl1pPr marL="285750" indent="-285750">
              <a:lnSpc>
                <a:spcPct val="200000"/>
              </a:lnSpc>
              <a:buFont typeface="Verdana" panose="020B0604030504040204" pitchFamily="34" charset="0"/>
              <a:buChar char="•"/>
              <a:defRPr sz="1600" b="0"/>
            </a:lvl1pPr>
            <a:lvl2pPr>
              <a:defRPr sz="2133"/>
            </a:lvl2pPr>
            <a:lvl3pPr>
              <a:defRPr sz="2133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A93E820D-720C-047A-FD34-5C6B6BAC5E9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814497" y="1494299"/>
            <a:ext cx="831600" cy="831600"/>
          </a:xfrm>
          <a:prstGeom prst="ellipse">
            <a:avLst/>
          </a:prstGeom>
          <a:solidFill>
            <a:schemeClr val="bg1"/>
          </a:solidFill>
        </p:spPr>
        <p:txBody>
          <a:bodyPr bIns="72000" anchor="ctr"/>
          <a:lstStyle>
            <a:lvl1pPr algn="ctr">
              <a:defRPr sz="4800" b="1">
                <a:solidFill>
                  <a:srgbClr val="40958F"/>
                </a:solidFill>
              </a:defRPr>
            </a:lvl1pPr>
          </a:lstStyle>
          <a:p>
            <a:pPr lvl="0"/>
            <a:r>
              <a:rPr lang="de-DE" dirty="0"/>
              <a:t>+</a:t>
            </a:r>
          </a:p>
        </p:txBody>
      </p:sp>
      <p:sp>
        <p:nvSpPr>
          <p:cNvPr id="9" name="Textplatzhalter 7">
            <a:extLst>
              <a:ext uri="{FF2B5EF4-FFF2-40B4-BE49-F238E27FC236}">
                <a16:creationId xmlns:a16="http://schemas.microsoft.com/office/drawing/2014/main" id="{BEC3B61B-73EF-B5FB-7D64-522F1F9E573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542564" y="1494299"/>
            <a:ext cx="831600" cy="831600"/>
          </a:xfrm>
          <a:prstGeom prst="ellipse">
            <a:avLst/>
          </a:prstGeom>
          <a:solidFill>
            <a:schemeClr val="bg1"/>
          </a:solidFill>
        </p:spPr>
        <p:txBody>
          <a:bodyPr bIns="72000" anchor="ctr"/>
          <a:lstStyle>
            <a:lvl1pPr algn="ctr">
              <a:defRPr sz="4800" b="1">
                <a:solidFill>
                  <a:srgbClr val="E30613"/>
                </a:solidFill>
              </a:defRPr>
            </a:lvl1pPr>
          </a:lstStyle>
          <a:p>
            <a:pPr lvl="0"/>
            <a:r>
              <a:rPr lang="de-DE" dirty="0"/>
              <a:t>-</a:t>
            </a:r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BB566A04-01D0-C01D-A483-22EB9ED0A2D0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4720851" y="5073758"/>
            <a:ext cx="1049338" cy="1049337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de-DE" dirty="0" err="1"/>
              <a:t>bild</a:t>
            </a:r>
            <a:endParaRPr lang="de-DE" dirty="0"/>
          </a:p>
        </p:txBody>
      </p:sp>
      <p:sp>
        <p:nvSpPr>
          <p:cNvPr id="12" name="Bildplatzhalter 10">
            <a:extLst>
              <a:ext uri="{FF2B5EF4-FFF2-40B4-BE49-F238E27FC236}">
                <a16:creationId xmlns:a16="http://schemas.microsoft.com/office/drawing/2014/main" id="{753B002B-793A-65C4-3EF2-ABB2675CA9A5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10473282" y="5073757"/>
            <a:ext cx="1049338" cy="1049337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de-DE" dirty="0" err="1"/>
              <a:t>bild</a:t>
            </a:r>
            <a:endParaRPr lang="de-DE" dirty="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3AE9E07-8E7D-ADE5-1FED-2A2B7364DC4F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pPr algn="r"/>
            <a:fld id="{FB51E78A-9A4D-448E-BB59-2A7B02E133FB}" type="datetime1">
              <a:rPr lang="de-DE" sz="1000" smtClean="0">
                <a:solidFill>
                  <a:srgbClr val="000000"/>
                </a:solidFill>
              </a:rPr>
              <a:t>05.01.2026</a:t>
            </a:fld>
            <a:endParaRPr lang="de-DE" sz="1000">
              <a:solidFill>
                <a:srgbClr val="000000"/>
              </a:solidFill>
            </a:endParaRPr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58ABA9EB-5511-13E5-6EE4-2AB5C8F2B01C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de-DE"/>
              <a:t>Name, Bereich,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830702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A4A3A4"/>
          </p15:clr>
        </p15:guide>
        <p15:guide id="2" pos="3749" userDrawn="1">
          <p15:clr>
            <a:srgbClr val="A4A3A4"/>
          </p15:clr>
        </p15:guide>
        <p15:guide id="3" pos="3931" userDrawn="1">
          <p15:clr>
            <a:srgbClr val="A4A3A4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mit Info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8FC93554-D8C7-31C1-DA78-F7FB057DBABB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954390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532" imgH="533" progId="TCLayout.ActiveDocument.1">
                  <p:embed/>
                </p:oleObj>
              </mc:Choice>
              <mc:Fallback>
                <p:oleObj name="think-cell Folie" r:id="rId3" imgW="532" imgH="533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FC93554-D8C7-31C1-DA78-F7FB057DBA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Bildplatzhalter 7">
            <a:extLst>
              <a:ext uri="{FF2B5EF4-FFF2-40B4-BE49-F238E27FC236}">
                <a16:creationId xmlns:a16="http://schemas.microsoft.com/office/drawing/2014/main" id="{2E6FC27E-F2DB-474F-9BB2-D5D4877330C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365252"/>
            <a:ext cx="12192000" cy="5492749"/>
          </a:xfrm>
          <a:solidFill>
            <a:srgbClr val="E6E6E6"/>
          </a:solidFill>
        </p:spPr>
        <p:txBody>
          <a:bodyPr/>
          <a:lstStyle>
            <a:lvl1pPr algn="ctr">
              <a:defRPr/>
            </a:lvl1pPr>
          </a:lstStyle>
          <a:p>
            <a:br>
              <a:rPr lang="de-DE" dirty="0"/>
            </a:br>
            <a:br>
              <a:rPr lang="de-DE" dirty="0"/>
            </a:b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Bild einfügen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97949FC5-9428-422B-B52C-22EF3D172D1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7794" y="5156725"/>
            <a:ext cx="6816000" cy="1152000"/>
          </a:xfrm>
          <a:solidFill>
            <a:srgbClr val="B4DFD0"/>
          </a:solidFill>
        </p:spPr>
        <p:txBody>
          <a:bodyPr lIns="180000" tIns="108000" rIns="108000" bIns="72000"/>
          <a:lstStyle>
            <a:lvl1pPr marL="0" indent="0">
              <a:lnSpc>
                <a:spcPts val="2400"/>
              </a:lnSpc>
              <a:spcAft>
                <a:spcPts val="0"/>
              </a:spcAft>
              <a:buFont typeface="Verdana" panose="020B0604030504040204" pitchFamily="34" charset="0"/>
              <a:buNone/>
              <a:defRPr sz="1600"/>
            </a:lvl1pPr>
            <a:lvl2pPr marL="0" indent="0">
              <a:lnSpc>
                <a:spcPts val="2400"/>
              </a:lnSpc>
              <a:spcAft>
                <a:spcPts val="0"/>
              </a:spcAft>
              <a:buFont typeface="Verdana" panose="020B0604030504040204" pitchFamily="34" charset="0"/>
              <a:buNone/>
              <a:defRPr sz="1600"/>
            </a:lvl2pPr>
            <a:lvl3pPr marL="0" indent="0">
              <a:lnSpc>
                <a:spcPts val="2400"/>
              </a:lnSpc>
              <a:spcAft>
                <a:spcPts val="0"/>
              </a:spcAft>
              <a:buNone/>
              <a:defRPr sz="1600"/>
            </a:lvl3pPr>
            <a:lvl4pPr marL="0" indent="0">
              <a:lnSpc>
                <a:spcPts val="2400"/>
              </a:lnSpc>
              <a:spcAft>
                <a:spcPts val="0"/>
              </a:spcAft>
              <a:buNone/>
              <a:defRPr sz="1600"/>
            </a:lvl4pPr>
            <a:lvl5pPr marL="0" indent="0">
              <a:lnSpc>
                <a:spcPts val="2400"/>
              </a:lnSpc>
              <a:spcAft>
                <a:spcPts val="0"/>
              </a:spcAft>
              <a:buNone/>
              <a:defRPr sz="1600"/>
            </a:lvl5pPr>
            <a:lvl6pPr marL="0" indent="0">
              <a:lnSpc>
                <a:spcPts val="2400"/>
              </a:lnSpc>
              <a:spcAft>
                <a:spcPts val="0"/>
              </a:spcAft>
              <a:buFont typeface="Verdana" panose="020B0604030504040204" pitchFamily="34" charset="0"/>
              <a:buNone/>
              <a:defRPr sz="1600"/>
            </a:lvl6pPr>
            <a:lvl7pPr marL="0" indent="0">
              <a:lnSpc>
                <a:spcPts val="2400"/>
              </a:lnSpc>
              <a:spcAft>
                <a:spcPts val="0"/>
              </a:spcAft>
              <a:buFont typeface="Verdana" panose="020B0604030504040204" pitchFamily="34" charset="0"/>
              <a:buNone/>
              <a:defRPr sz="1600"/>
            </a:lvl7pPr>
            <a:lvl8pPr marL="0" indent="0">
              <a:lnSpc>
                <a:spcPts val="2400"/>
              </a:lnSpc>
              <a:spcAft>
                <a:spcPts val="0"/>
              </a:spcAft>
              <a:buFont typeface="Verdana" panose="020B0604030504040204" pitchFamily="34" charset="0"/>
              <a:buNone/>
              <a:defRPr sz="1600"/>
            </a:lvl8pPr>
            <a:lvl9pPr marL="0" indent="0">
              <a:lnSpc>
                <a:spcPts val="2400"/>
              </a:lnSpc>
              <a:spcAft>
                <a:spcPts val="0"/>
              </a:spcAft>
              <a:buFont typeface="Verdana" panose="020B0604030504040204" pitchFamily="34" charset="0"/>
              <a:buNone/>
              <a:defRPr sz="1600"/>
            </a:lvl9pPr>
          </a:lstStyle>
          <a:p>
            <a:pPr lvl="0"/>
            <a:r>
              <a:rPr lang="de-DE" dirty="0"/>
              <a:t>Infoblock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9673BCF-7B1B-FA08-5213-4BBBC55BA6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de-DE" dirty="0"/>
              <a:t>Headline</a:t>
            </a:r>
          </a:p>
        </p:txBody>
      </p:sp>
    </p:spTree>
    <p:extLst>
      <p:ext uri="{BB962C8B-B14F-4D97-AF65-F5344CB8AC3E}">
        <p14:creationId xmlns:p14="http://schemas.microsoft.com/office/powerpoint/2010/main" val="373045946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ld mit Stör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2E6FC27E-F2DB-474F-9BB2-D5D4877330C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12192000" cy="6858000"/>
          </a:xfrm>
          <a:solidFill>
            <a:srgbClr val="E6E6E6"/>
          </a:solidFill>
        </p:spPr>
        <p:txBody>
          <a:bodyPr/>
          <a:lstStyle>
            <a:lvl1pPr algn="ctr">
              <a:defRPr/>
            </a:lvl1pPr>
          </a:lstStyle>
          <a:p>
            <a:br>
              <a:rPr lang="de-DE" dirty="0"/>
            </a:br>
            <a:br>
              <a:rPr lang="de-DE" dirty="0"/>
            </a:br>
            <a:br>
              <a:rPr lang="de-DE" dirty="0"/>
            </a:br>
            <a:br>
              <a:rPr lang="de-DE" dirty="0"/>
            </a:br>
            <a:br>
              <a:rPr lang="de-DE" dirty="0"/>
            </a:b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Bild einfügen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97949FC5-9428-422B-B52C-22EF3D172D1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158975" y="549275"/>
            <a:ext cx="2553600" cy="2505600"/>
          </a:xfrm>
          <a:prstGeom prst="ellipse">
            <a:avLst/>
          </a:prstGeom>
          <a:solidFill>
            <a:srgbClr val="6BBFA3"/>
          </a:solidFill>
        </p:spPr>
        <p:txBody>
          <a:bodyPr lIns="0" tIns="0" rIns="0" bIns="0" anchor="ctr" anchorCtr="1"/>
          <a:lstStyle>
            <a:lvl1pPr marL="0" indent="0" algn="ctr">
              <a:lnSpc>
                <a:spcPct val="90000"/>
              </a:lnSpc>
              <a:spcAft>
                <a:spcPts val="0"/>
              </a:spcAft>
              <a:buFont typeface="Verdana" panose="020B0604030504040204" pitchFamily="34" charset="0"/>
              <a:buNone/>
              <a:defRPr sz="2400" b="1">
                <a:solidFill>
                  <a:schemeClr val="bg1"/>
                </a:solidFill>
              </a:defRPr>
            </a:lvl1pPr>
            <a:lvl2pPr marL="0" indent="0" algn="ctr">
              <a:lnSpc>
                <a:spcPts val="2400"/>
              </a:lnSpc>
              <a:spcAft>
                <a:spcPts val="0"/>
              </a:spcAft>
              <a:buFont typeface="Verdana" panose="020B0604030504040204" pitchFamily="34" charset="0"/>
              <a:buNone/>
              <a:defRPr sz="1533" b="1">
                <a:solidFill>
                  <a:schemeClr val="bg1"/>
                </a:solidFill>
              </a:defRPr>
            </a:lvl2pPr>
            <a:lvl3pPr marL="0" indent="0" algn="ctr">
              <a:lnSpc>
                <a:spcPts val="2400"/>
              </a:lnSpc>
              <a:spcAft>
                <a:spcPts val="0"/>
              </a:spcAft>
              <a:buNone/>
              <a:defRPr sz="1533" b="1">
                <a:solidFill>
                  <a:schemeClr val="bg1"/>
                </a:solidFill>
              </a:defRPr>
            </a:lvl3pPr>
            <a:lvl4pPr marL="0" indent="0" algn="ctr">
              <a:lnSpc>
                <a:spcPts val="2400"/>
              </a:lnSpc>
              <a:spcAft>
                <a:spcPts val="0"/>
              </a:spcAft>
              <a:buNone/>
              <a:defRPr sz="1533" b="1">
                <a:solidFill>
                  <a:schemeClr val="bg1"/>
                </a:solidFill>
              </a:defRPr>
            </a:lvl4pPr>
            <a:lvl5pPr marL="0" indent="0" algn="ctr">
              <a:lnSpc>
                <a:spcPts val="2400"/>
              </a:lnSpc>
              <a:spcAft>
                <a:spcPts val="0"/>
              </a:spcAft>
              <a:buNone/>
              <a:defRPr sz="1533" b="1">
                <a:solidFill>
                  <a:schemeClr val="bg1"/>
                </a:solidFill>
              </a:defRPr>
            </a:lvl5pPr>
            <a:lvl6pPr marL="0" indent="0" algn="ctr">
              <a:lnSpc>
                <a:spcPts val="2400"/>
              </a:lnSpc>
              <a:spcAft>
                <a:spcPts val="0"/>
              </a:spcAft>
              <a:buFont typeface="Verdana" panose="020B0604030504040204" pitchFamily="34" charset="0"/>
              <a:buNone/>
              <a:defRPr sz="1533" b="1">
                <a:solidFill>
                  <a:schemeClr val="bg1"/>
                </a:solidFill>
              </a:defRPr>
            </a:lvl6pPr>
            <a:lvl7pPr marL="0" indent="0" algn="ctr">
              <a:lnSpc>
                <a:spcPts val="2400"/>
              </a:lnSpc>
              <a:spcAft>
                <a:spcPts val="0"/>
              </a:spcAft>
              <a:buFont typeface="Verdana" panose="020B0604030504040204" pitchFamily="34" charset="0"/>
              <a:buNone/>
              <a:defRPr sz="1533" b="1">
                <a:solidFill>
                  <a:schemeClr val="bg1"/>
                </a:solidFill>
              </a:defRPr>
            </a:lvl7pPr>
            <a:lvl8pPr marL="0" indent="0" algn="ctr">
              <a:lnSpc>
                <a:spcPts val="2400"/>
              </a:lnSpc>
              <a:spcAft>
                <a:spcPts val="0"/>
              </a:spcAft>
              <a:buFont typeface="Verdana" panose="020B0604030504040204" pitchFamily="34" charset="0"/>
              <a:buNone/>
              <a:defRPr sz="1533" b="1">
                <a:solidFill>
                  <a:schemeClr val="bg1"/>
                </a:solidFill>
              </a:defRPr>
            </a:lvl8pPr>
            <a:lvl9pPr marL="0" indent="0" algn="ctr">
              <a:lnSpc>
                <a:spcPts val="2400"/>
              </a:lnSpc>
              <a:spcAft>
                <a:spcPts val="0"/>
              </a:spcAft>
              <a:buFont typeface="Verdana" panose="020B0604030504040204" pitchFamily="34" charset="0"/>
              <a:buNone/>
              <a:defRPr sz="1533" b="1">
                <a:solidFill>
                  <a:schemeClr val="bg1"/>
                </a:solidFill>
              </a:defRPr>
            </a:lvl9pPr>
          </a:lstStyle>
          <a:p>
            <a:pPr lvl="0"/>
            <a:r>
              <a:rPr lang="de-DE" dirty="0"/>
              <a:t>STÖRER TEXT</a:t>
            </a:r>
          </a:p>
        </p:txBody>
      </p:sp>
    </p:spTree>
    <p:extLst>
      <p:ext uri="{BB962C8B-B14F-4D97-AF65-F5344CB8AC3E}">
        <p14:creationId xmlns:p14="http://schemas.microsoft.com/office/powerpoint/2010/main" val="31672779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 Box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">
            <a:extLst>
              <a:ext uri="{FF2B5EF4-FFF2-40B4-BE49-F238E27FC236}">
                <a16:creationId xmlns:a16="http://schemas.microsoft.com/office/drawing/2014/main" id="{5BBEE6C5-B90A-4150-AF7C-AC47FF7562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7794" y="1341438"/>
            <a:ext cx="3553199" cy="1548000"/>
          </a:xfrm>
          <a:solidFill>
            <a:srgbClr val="40958F"/>
          </a:solidFill>
        </p:spPr>
        <p:txBody>
          <a:bodyPr lIns="144000" tIns="108000" rIns="108000" bIns="108000"/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2133"/>
            </a:lvl2pPr>
            <a:lvl3pPr>
              <a:defRPr sz="2133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0F6D4BEE-016A-4165-A8A9-C4A35324B3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7794" y="225426"/>
            <a:ext cx="9600000" cy="758856"/>
          </a:xfrm>
        </p:spPr>
        <p:txBody>
          <a:bodyPr/>
          <a:lstStyle/>
          <a:p>
            <a:r>
              <a:rPr lang="de-DE" dirty="0"/>
              <a:t>Headline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2FB6093-D43D-B111-69FC-301475E5B0F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87158B1-A480-4390-8402-7A80A3BAEC4B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5" name="Textplatzhalter">
            <a:extLst>
              <a:ext uri="{FF2B5EF4-FFF2-40B4-BE49-F238E27FC236}">
                <a16:creationId xmlns:a16="http://schemas.microsoft.com/office/drawing/2014/main" id="{1720844A-C10F-4324-ACE9-2175A940DB4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20216" y="1341438"/>
            <a:ext cx="3553199" cy="1548000"/>
          </a:xfrm>
          <a:solidFill>
            <a:srgbClr val="E30613"/>
          </a:solidFill>
        </p:spPr>
        <p:txBody>
          <a:bodyPr lIns="144000" tIns="108000" rIns="108000" bIns="108000"/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2133"/>
            </a:lvl2pPr>
            <a:lvl3pPr>
              <a:defRPr sz="2133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Textplatzhalter">
            <a:extLst>
              <a:ext uri="{FF2B5EF4-FFF2-40B4-BE49-F238E27FC236}">
                <a16:creationId xmlns:a16="http://schemas.microsoft.com/office/drawing/2014/main" id="{C459072A-87CF-D6B1-505A-A29501D3E3A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62637" y="1341438"/>
            <a:ext cx="3553199" cy="1548000"/>
          </a:xfrm>
          <a:solidFill>
            <a:srgbClr val="40958F"/>
          </a:solidFill>
        </p:spPr>
        <p:txBody>
          <a:bodyPr lIns="144000" tIns="108000" rIns="108000" bIns="108000"/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2133"/>
            </a:lvl2pPr>
            <a:lvl3pPr>
              <a:defRPr sz="2133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Textplatzhalter">
            <a:extLst>
              <a:ext uri="{FF2B5EF4-FFF2-40B4-BE49-F238E27FC236}">
                <a16:creationId xmlns:a16="http://schemas.microsoft.com/office/drawing/2014/main" id="{68013167-2653-3227-69A4-6BDFB5209B7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77794" y="3057989"/>
            <a:ext cx="3553199" cy="1548000"/>
          </a:xfrm>
          <a:solidFill>
            <a:srgbClr val="DAEFE8"/>
          </a:solidFill>
        </p:spPr>
        <p:txBody>
          <a:bodyPr lIns="144000" tIns="108000" rIns="108000" bIns="108000"/>
          <a:lstStyle>
            <a:lvl1pPr>
              <a:defRPr sz="1600"/>
            </a:lvl1pPr>
            <a:lvl2pPr>
              <a:defRPr sz="2133"/>
            </a:lvl2pPr>
            <a:lvl3pPr>
              <a:defRPr sz="2133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Textplatzhalter">
            <a:extLst>
              <a:ext uri="{FF2B5EF4-FFF2-40B4-BE49-F238E27FC236}">
                <a16:creationId xmlns:a16="http://schemas.microsoft.com/office/drawing/2014/main" id="{7B264BD6-E3F1-DA3B-F9BB-658257EF98C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321031" y="3051081"/>
            <a:ext cx="3553199" cy="1548000"/>
          </a:xfrm>
          <a:solidFill>
            <a:srgbClr val="DAEFE8"/>
          </a:solidFill>
        </p:spPr>
        <p:txBody>
          <a:bodyPr lIns="144000" tIns="108000" rIns="108000" bIns="108000"/>
          <a:lstStyle>
            <a:lvl1pPr>
              <a:defRPr sz="1600"/>
            </a:lvl1pPr>
            <a:lvl2pPr>
              <a:defRPr sz="2133"/>
            </a:lvl2pPr>
            <a:lvl3pPr>
              <a:defRPr sz="2133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Textplatzhalter">
            <a:extLst>
              <a:ext uri="{FF2B5EF4-FFF2-40B4-BE49-F238E27FC236}">
                <a16:creationId xmlns:a16="http://schemas.microsoft.com/office/drawing/2014/main" id="{59F1FEB7-12FA-CC0A-FDB5-48B65E7F489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62637" y="3051081"/>
            <a:ext cx="3553199" cy="1548000"/>
          </a:xfrm>
          <a:solidFill>
            <a:srgbClr val="E30613"/>
          </a:solidFill>
        </p:spPr>
        <p:txBody>
          <a:bodyPr lIns="144000" tIns="108000" rIns="108000" bIns="108000"/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2133"/>
            </a:lvl2pPr>
            <a:lvl3pPr>
              <a:defRPr sz="2133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" name="Textplatzhalter">
            <a:extLst>
              <a:ext uri="{FF2B5EF4-FFF2-40B4-BE49-F238E27FC236}">
                <a16:creationId xmlns:a16="http://schemas.microsoft.com/office/drawing/2014/main" id="{23C5D8ED-E5C5-D2C5-5C84-FD4694E0B96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79425" y="4760725"/>
            <a:ext cx="3553199" cy="1548000"/>
          </a:xfrm>
          <a:solidFill>
            <a:srgbClr val="E30613"/>
          </a:solidFill>
        </p:spPr>
        <p:txBody>
          <a:bodyPr lIns="144000" tIns="108000" rIns="108000" bIns="108000"/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2133"/>
            </a:lvl2pPr>
            <a:lvl3pPr>
              <a:defRPr sz="2133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2" name="Textplatzhalter">
            <a:extLst>
              <a:ext uri="{FF2B5EF4-FFF2-40B4-BE49-F238E27FC236}">
                <a16:creationId xmlns:a16="http://schemas.microsoft.com/office/drawing/2014/main" id="{29117588-CA80-4215-0128-53755DA19D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322662" y="4760725"/>
            <a:ext cx="3553199" cy="1548000"/>
          </a:xfrm>
          <a:solidFill>
            <a:srgbClr val="40958F"/>
          </a:solidFill>
        </p:spPr>
        <p:txBody>
          <a:bodyPr lIns="144000" tIns="108000" rIns="108000" bIns="108000"/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2133"/>
            </a:lvl2pPr>
            <a:lvl3pPr>
              <a:defRPr sz="2133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3" name="Textplatzhalter">
            <a:extLst>
              <a:ext uri="{FF2B5EF4-FFF2-40B4-BE49-F238E27FC236}">
                <a16:creationId xmlns:a16="http://schemas.microsoft.com/office/drawing/2014/main" id="{A477C83B-828B-4B13-F259-A868FF3552A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164268" y="4760725"/>
            <a:ext cx="3553199" cy="1548000"/>
          </a:xfrm>
          <a:solidFill>
            <a:srgbClr val="DAEFE8"/>
          </a:solidFill>
        </p:spPr>
        <p:txBody>
          <a:bodyPr lIns="144000" tIns="108000" rIns="108000" bIns="108000"/>
          <a:lstStyle>
            <a:lvl1pPr>
              <a:defRPr sz="1600"/>
            </a:lvl1pPr>
            <a:lvl2pPr>
              <a:defRPr sz="2133"/>
            </a:lvl2pPr>
            <a:lvl3pPr>
              <a:defRPr sz="2133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4" name="Datumsplatzhalter 13">
            <a:extLst>
              <a:ext uri="{FF2B5EF4-FFF2-40B4-BE49-F238E27FC236}">
                <a16:creationId xmlns:a16="http://schemas.microsoft.com/office/drawing/2014/main" id="{27D2643C-200F-9338-6971-9D081C471127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pPr algn="r"/>
            <a:fld id="{6B79A13D-CEB8-4CF1-83CF-549E2204FF36}" type="datetime1">
              <a:rPr lang="de-DE" sz="1000" smtClean="0">
                <a:solidFill>
                  <a:srgbClr val="000000"/>
                </a:solidFill>
              </a:rPr>
              <a:t>05.01.2026</a:t>
            </a:fld>
            <a:endParaRPr lang="de-DE" sz="1000">
              <a:solidFill>
                <a:srgbClr val="000000"/>
              </a:solidFill>
            </a:endParaRPr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BA4A4B51-C737-7596-E136-701AC2BC6E1F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de-DE"/>
              <a:t>Name, Bereich,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082083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Bereich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">
            <a:extLst>
              <a:ext uri="{FF2B5EF4-FFF2-40B4-BE49-F238E27FC236}">
                <a16:creationId xmlns:a16="http://schemas.microsoft.com/office/drawing/2014/main" id="{5BBEE6C5-B90A-4150-AF7C-AC47FF7562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1056" y="1820905"/>
            <a:ext cx="3553199" cy="1440000"/>
          </a:xfrm>
          <a:solidFill>
            <a:srgbClr val="40958F"/>
          </a:solidFill>
        </p:spPr>
        <p:txBody>
          <a:bodyPr lIns="144000" tIns="108000" rIns="108000" bIns="108000"/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2133"/>
            </a:lvl2pPr>
            <a:lvl3pPr>
              <a:defRPr sz="2133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0F6D4BEE-016A-4165-A8A9-C4A35324B3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7794" y="225426"/>
            <a:ext cx="9600000" cy="758856"/>
          </a:xfrm>
        </p:spPr>
        <p:txBody>
          <a:bodyPr/>
          <a:lstStyle/>
          <a:p>
            <a:r>
              <a:rPr lang="de-DE" dirty="0"/>
              <a:t>Headline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2FB6093-D43D-B111-69FC-301475E5B0F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87158B1-A480-4390-8402-7A80A3BAEC4B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5" name="Textplatzhalter">
            <a:extLst>
              <a:ext uri="{FF2B5EF4-FFF2-40B4-BE49-F238E27FC236}">
                <a16:creationId xmlns:a16="http://schemas.microsoft.com/office/drawing/2014/main" id="{1720844A-C10F-4324-ACE9-2175A940DB4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23478" y="1820905"/>
            <a:ext cx="3553199" cy="1440000"/>
          </a:xfrm>
          <a:solidFill>
            <a:srgbClr val="DAEFE8"/>
          </a:solidFill>
        </p:spPr>
        <p:txBody>
          <a:bodyPr lIns="144000" tIns="108000" rIns="108000" bIns="108000"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2133"/>
            </a:lvl2pPr>
            <a:lvl3pPr>
              <a:defRPr sz="2133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Textplatzhalter">
            <a:extLst>
              <a:ext uri="{FF2B5EF4-FFF2-40B4-BE49-F238E27FC236}">
                <a16:creationId xmlns:a16="http://schemas.microsoft.com/office/drawing/2014/main" id="{C459072A-87CF-D6B1-505A-A29501D3E3A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65899" y="1820905"/>
            <a:ext cx="3553199" cy="1440000"/>
          </a:xfrm>
          <a:solidFill>
            <a:srgbClr val="E30613"/>
          </a:solidFill>
        </p:spPr>
        <p:txBody>
          <a:bodyPr lIns="144000" tIns="108000" rIns="108000" bIns="108000"/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2133"/>
            </a:lvl2pPr>
            <a:lvl3pPr>
              <a:defRPr sz="2133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Textplatzhalter">
            <a:extLst>
              <a:ext uri="{FF2B5EF4-FFF2-40B4-BE49-F238E27FC236}">
                <a16:creationId xmlns:a16="http://schemas.microsoft.com/office/drawing/2014/main" id="{68013167-2653-3227-69A4-6BDFB5209B7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79425" y="3346542"/>
            <a:ext cx="3553199" cy="1440000"/>
          </a:xfrm>
          <a:solidFill>
            <a:srgbClr val="40958F"/>
          </a:solidFill>
        </p:spPr>
        <p:txBody>
          <a:bodyPr lIns="144000" tIns="108000" rIns="108000" bIns="108000"/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2133"/>
            </a:lvl2pPr>
            <a:lvl3pPr>
              <a:defRPr sz="2133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Textplatzhalter">
            <a:extLst>
              <a:ext uri="{FF2B5EF4-FFF2-40B4-BE49-F238E27FC236}">
                <a16:creationId xmlns:a16="http://schemas.microsoft.com/office/drawing/2014/main" id="{7B264BD6-E3F1-DA3B-F9BB-658257EF98C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322662" y="3339634"/>
            <a:ext cx="3553199" cy="1440000"/>
          </a:xfrm>
          <a:solidFill>
            <a:srgbClr val="DAEFE8"/>
          </a:solidFill>
        </p:spPr>
        <p:txBody>
          <a:bodyPr lIns="144000" tIns="108000" rIns="108000" bIns="108000"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2133"/>
            </a:lvl2pPr>
            <a:lvl3pPr>
              <a:defRPr sz="2133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Textplatzhalter">
            <a:extLst>
              <a:ext uri="{FF2B5EF4-FFF2-40B4-BE49-F238E27FC236}">
                <a16:creationId xmlns:a16="http://schemas.microsoft.com/office/drawing/2014/main" id="{59F1FEB7-12FA-CC0A-FDB5-48B65E7F489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64268" y="3339634"/>
            <a:ext cx="3553199" cy="1440000"/>
          </a:xfrm>
          <a:solidFill>
            <a:srgbClr val="E30613"/>
          </a:solidFill>
        </p:spPr>
        <p:txBody>
          <a:bodyPr lIns="144000" tIns="108000" rIns="108000" bIns="108000"/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2133"/>
            </a:lvl2pPr>
            <a:lvl3pPr>
              <a:defRPr sz="2133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" name="Textplatzhalter">
            <a:extLst>
              <a:ext uri="{FF2B5EF4-FFF2-40B4-BE49-F238E27FC236}">
                <a16:creationId xmlns:a16="http://schemas.microsoft.com/office/drawing/2014/main" id="{23C5D8ED-E5C5-D2C5-5C84-FD4694E0B96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81056" y="4868725"/>
            <a:ext cx="3553199" cy="1440000"/>
          </a:xfrm>
          <a:solidFill>
            <a:srgbClr val="40958F"/>
          </a:solidFill>
        </p:spPr>
        <p:txBody>
          <a:bodyPr lIns="144000" tIns="108000" rIns="108000" bIns="108000"/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2133"/>
            </a:lvl2pPr>
            <a:lvl3pPr>
              <a:defRPr sz="2133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2" name="Textplatzhalter">
            <a:extLst>
              <a:ext uri="{FF2B5EF4-FFF2-40B4-BE49-F238E27FC236}">
                <a16:creationId xmlns:a16="http://schemas.microsoft.com/office/drawing/2014/main" id="{29117588-CA80-4215-0128-53755DA19D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324293" y="4868725"/>
            <a:ext cx="3553199" cy="1440000"/>
          </a:xfrm>
          <a:solidFill>
            <a:srgbClr val="DAEFE8"/>
          </a:solidFill>
        </p:spPr>
        <p:txBody>
          <a:bodyPr lIns="144000" tIns="108000" rIns="108000" bIns="108000"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2133"/>
            </a:lvl2pPr>
            <a:lvl3pPr>
              <a:defRPr sz="2133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3" name="Textplatzhalter">
            <a:extLst>
              <a:ext uri="{FF2B5EF4-FFF2-40B4-BE49-F238E27FC236}">
                <a16:creationId xmlns:a16="http://schemas.microsoft.com/office/drawing/2014/main" id="{A477C83B-828B-4B13-F259-A868FF3552A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165899" y="4868725"/>
            <a:ext cx="3553199" cy="1440000"/>
          </a:xfrm>
          <a:solidFill>
            <a:srgbClr val="E30613"/>
          </a:solidFill>
        </p:spPr>
        <p:txBody>
          <a:bodyPr lIns="144000" tIns="108000" rIns="108000" bIns="108000"/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2133"/>
            </a:lvl2pPr>
            <a:lvl3pPr>
              <a:defRPr sz="2133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4" name="Textplatzhalter">
            <a:extLst>
              <a:ext uri="{FF2B5EF4-FFF2-40B4-BE49-F238E27FC236}">
                <a16:creationId xmlns:a16="http://schemas.microsoft.com/office/drawing/2014/main" id="{DB60B2F8-E6E0-EC41-E943-3FB39F4274E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79425" y="1341438"/>
            <a:ext cx="3553199" cy="393830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lIns="0" tIns="0" rIns="0" bIns="0" rtlCol="0" anchor="ctr" anchorCtr="0">
            <a:noAutofit/>
          </a:bodyPr>
          <a:lstStyle>
            <a:lvl1pPr algn="ctr">
              <a:defRPr lang="de-DE" sz="1600" b="1" dirty="0">
                <a:solidFill>
                  <a:schemeClr val="bg1"/>
                </a:solidFill>
              </a:defRPr>
            </a:lvl1pPr>
          </a:lstStyle>
          <a:p>
            <a:pPr lvl="0" algn="ctr" defTabSz="685800">
              <a:spcAft>
                <a:spcPts val="0"/>
              </a:spcAft>
            </a:pPr>
            <a:r>
              <a:rPr lang="de-DE"/>
              <a:t>Mastertextformat bearbeiten</a:t>
            </a:r>
          </a:p>
        </p:txBody>
      </p:sp>
      <p:sp>
        <p:nvSpPr>
          <p:cNvPr id="15" name="Textplatzhalter">
            <a:extLst>
              <a:ext uri="{FF2B5EF4-FFF2-40B4-BE49-F238E27FC236}">
                <a16:creationId xmlns:a16="http://schemas.microsoft.com/office/drawing/2014/main" id="{9EDC9C16-1482-8B0C-1513-4FC8E3E2455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323478" y="1341438"/>
            <a:ext cx="3553199" cy="393830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lIns="0" tIns="0" rIns="0" bIns="0" rtlCol="0" anchor="ctr" anchorCtr="0">
            <a:noAutofit/>
          </a:bodyPr>
          <a:lstStyle>
            <a:lvl1pPr algn="ctr">
              <a:defRPr lang="de-DE" b="1" dirty="0">
                <a:solidFill>
                  <a:schemeClr val="bg1"/>
                </a:solidFill>
              </a:defRPr>
            </a:lvl1pPr>
          </a:lstStyle>
          <a:p>
            <a:pPr lvl="0" algn="ctr" defTabSz="685800">
              <a:spcAft>
                <a:spcPts val="0"/>
              </a:spcAft>
            </a:pPr>
            <a:r>
              <a:rPr lang="de-DE"/>
              <a:t>Mastertextformat bearbeiten</a:t>
            </a:r>
          </a:p>
        </p:txBody>
      </p:sp>
      <p:sp>
        <p:nvSpPr>
          <p:cNvPr id="16" name="Textplatzhalter">
            <a:extLst>
              <a:ext uri="{FF2B5EF4-FFF2-40B4-BE49-F238E27FC236}">
                <a16:creationId xmlns:a16="http://schemas.microsoft.com/office/drawing/2014/main" id="{04643221-A795-1DDF-4350-DD36601DE2D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165899" y="1341438"/>
            <a:ext cx="3553199" cy="393830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lIns="0" tIns="0" rIns="0" bIns="0" rtlCol="0" anchor="ctr" anchorCtr="0">
            <a:noAutofit/>
          </a:bodyPr>
          <a:lstStyle>
            <a:lvl1pPr algn="ctr">
              <a:defRPr lang="de-DE" b="1" dirty="0">
                <a:solidFill>
                  <a:schemeClr val="bg1"/>
                </a:solidFill>
              </a:defRPr>
            </a:lvl1pPr>
          </a:lstStyle>
          <a:p>
            <a:pPr lvl="0" algn="ctr" defTabSz="685800">
              <a:spcAft>
                <a:spcPts val="0"/>
              </a:spcAft>
            </a:pPr>
            <a:r>
              <a:rPr lang="de-DE"/>
              <a:t>Mastertextformat bearbeiten</a:t>
            </a:r>
          </a:p>
        </p:txBody>
      </p:sp>
      <p:sp>
        <p:nvSpPr>
          <p:cNvPr id="17" name="Datumsplatzhalter 16">
            <a:extLst>
              <a:ext uri="{FF2B5EF4-FFF2-40B4-BE49-F238E27FC236}">
                <a16:creationId xmlns:a16="http://schemas.microsoft.com/office/drawing/2014/main" id="{BDA817A4-B1B7-30BE-4ED5-97FDBC8282EC}"/>
              </a:ext>
            </a:extLst>
          </p:cNvPr>
          <p:cNvSpPr>
            <a:spLocks noGrp="1"/>
          </p:cNvSpPr>
          <p:nvPr>
            <p:ph type="dt" sz="half" idx="27"/>
          </p:nvPr>
        </p:nvSpPr>
        <p:spPr/>
        <p:txBody>
          <a:bodyPr/>
          <a:lstStyle/>
          <a:p>
            <a:pPr algn="r"/>
            <a:fld id="{563CCC02-20FF-4228-9B7B-2F4AE4BB65D5}" type="datetime1">
              <a:rPr lang="de-DE" sz="1000" smtClean="0">
                <a:solidFill>
                  <a:srgbClr val="000000"/>
                </a:solidFill>
              </a:rPr>
              <a:t>05.01.2026</a:t>
            </a:fld>
            <a:endParaRPr lang="de-DE" sz="1000">
              <a:solidFill>
                <a:srgbClr val="000000"/>
              </a:solidFill>
            </a:endParaRPr>
          </a:p>
        </p:txBody>
      </p:sp>
      <p:sp>
        <p:nvSpPr>
          <p:cNvPr id="18" name="Fußzeilenplatzhalter 17">
            <a:extLst>
              <a:ext uri="{FF2B5EF4-FFF2-40B4-BE49-F238E27FC236}">
                <a16:creationId xmlns:a16="http://schemas.microsoft.com/office/drawing/2014/main" id="{C9D92451-1A38-6C9A-B316-FE3E44CA84C3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r>
              <a:rPr lang="de-DE"/>
              <a:t>Name, Bereich,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3045756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x Anl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ildplatzhalter">
            <a:extLst>
              <a:ext uri="{FF2B5EF4-FFF2-40B4-BE49-F238E27FC236}">
                <a16:creationId xmlns:a16="http://schemas.microsoft.com/office/drawing/2014/main" id="{FF64B852-6861-43E8-AC98-25876F338FEA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7848600" y="4766273"/>
            <a:ext cx="3863975" cy="1536000"/>
          </a:xfrm>
          <a:solidFill>
            <a:srgbClr val="E6E6E6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de-DE" dirty="0"/>
              <a:t>Bild einfügen</a:t>
            </a:r>
          </a:p>
        </p:txBody>
      </p:sp>
      <p:sp>
        <p:nvSpPr>
          <p:cNvPr id="13" name="Bildplatzhalter">
            <a:extLst>
              <a:ext uri="{FF2B5EF4-FFF2-40B4-BE49-F238E27FC236}">
                <a16:creationId xmlns:a16="http://schemas.microsoft.com/office/drawing/2014/main" id="{4DC00BB2-036E-4F9B-B51A-FABFDFEF8D3F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848600" y="3055523"/>
            <a:ext cx="3863975" cy="1536000"/>
          </a:xfrm>
          <a:solidFill>
            <a:srgbClr val="E6E6E6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de-DE" dirty="0"/>
              <a:t>Bild einfügen</a:t>
            </a:r>
          </a:p>
        </p:txBody>
      </p:sp>
      <p:sp>
        <p:nvSpPr>
          <p:cNvPr id="12" name="Bildplatzhalter">
            <a:extLst>
              <a:ext uri="{FF2B5EF4-FFF2-40B4-BE49-F238E27FC236}">
                <a16:creationId xmlns:a16="http://schemas.microsoft.com/office/drawing/2014/main" id="{289FE867-B388-434C-B543-6295E3A3DB89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7848600" y="1345849"/>
            <a:ext cx="3863975" cy="1536000"/>
          </a:xfrm>
          <a:solidFill>
            <a:srgbClr val="E6E6E6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de-DE" dirty="0"/>
              <a:t>Bild einfügen</a:t>
            </a:r>
          </a:p>
        </p:txBody>
      </p:sp>
      <p:sp>
        <p:nvSpPr>
          <p:cNvPr id="8" name="Textplatzhalter">
            <a:extLst>
              <a:ext uri="{FF2B5EF4-FFF2-40B4-BE49-F238E27FC236}">
                <a16:creationId xmlns:a16="http://schemas.microsoft.com/office/drawing/2014/main" id="{1DB7993A-AB42-47BC-A729-7F496E1E1DF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7793" y="1345849"/>
            <a:ext cx="7229520" cy="1536000"/>
          </a:xfrm>
          <a:solidFill>
            <a:srgbClr val="DAEFE8"/>
          </a:solidFill>
        </p:spPr>
        <p:txBody>
          <a:bodyPr lIns="1152000" tIns="93600"/>
          <a:lstStyle>
            <a:lvl1pPr>
              <a:defRPr b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Textplatzhalter">
            <a:extLst>
              <a:ext uri="{FF2B5EF4-FFF2-40B4-BE49-F238E27FC236}">
                <a16:creationId xmlns:a16="http://schemas.microsoft.com/office/drawing/2014/main" id="{F9AE154E-8866-45A3-B04A-672C2C709BF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7793" y="3058499"/>
            <a:ext cx="7229520" cy="1536000"/>
          </a:xfrm>
          <a:solidFill>
            <a:srgbClr val="E6E6E6"/>
          </a:solidFill>
        </p:spPr>
        <p:txBody>
          <a:bodyPr lIns="1152000" tIns="93600"/>
          <a:lstStyle>
            <a:lvl1pPr>
              <a:defRPr b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Textplatzhalter">
            <a:extLst>
              <a:ext uri="{FF2B5EF4-FFF2-40B4-BE49-F238E27FC236}">
                <a16:creationId xmlns:a16="http://schemas.microsoft.com/office/drawing/2014/main" id="{5B10BB08-2062-412B-8B07-3FF5642EA3F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7793" y="4771149"/>
            <a:ext cx="7229520" cy="1536000"/>
          </a:xfrm>
          <a:solidFill>
            <a:srgbClr val="DAEFE8"/>
          </a:solidFill>
        </p:spPr>
        <p:txBody>
          <a:bodyPr lIns="1152000" tIns="93600"/>
          <a:lstStyle>
            <a:lvl1pPr>
              <a:defRPr b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0F6D4BEE-016A-4165-A8A9-C4A35324B3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Headline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D28B0D0-B0FE-10AF-F340-1975DEAB528A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087158B1-A480-4390-8402-7A80A3BAEC4B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6" name="Bildplatzhalter 5">
            <a:extLst>
              <a:ext uri="{FF2B5EF4-FFF2-40B4-BE49-F238E27FC236}">
                <a16:creationId xmlns:a16="http://schemas.microsoft.com/office/drawing/2014/main" id="{C1FE8A8E-A1BC-6F9E-56D0-56A4CA699A14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639751" y="1756661"/>
            <a:ext cx="714375" cy="714375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de-DE" dirty="0" err="1"/>
              <a:t>icon</a:t>
            </a:r>
            <a:endParaRPr lang="de-DE" dirty="0"/>
          </a:p>
        </p:txBody>
      </p:sp>
      <p:sp>
        <p:nvSpPr>
          <p:cNvPr id="7" name="Bildplatzhalter 5">
            <a:extLst>
              <a:ext uri="{FF2B5EF4-FFF2-40B4-BE49-F238E27FC236}">
                <a16:creationId xmlns:a16="http://schemas.microsoft.com/office/drawing/2014/main" id="{9B573A06-FA95-8E48-14CF-A69E468E513A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39751" y="3466335"/>
            <a:ext cx="714375" cy="714375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de-DE" dirty="0" err="1"/>
              <a:t>icon</a:t>
            </a:r>
            <a:endParaRPr lang="de-DE" dirty="0"/>
          </a:p>
        </p:txBody>
      </p:sp>
      <p:sp>
        <p:nvSpPr>
          <p:cNvPr id="11" name="Bildplatzhalter 5">
            <a:extLst>
              <a:ext uri="{FF2B5EF4-FFF2-40B4-BE49-F238E27FC236}">
                <a16:creationId xmlns:a16="http://schemas.microsoft.com/office/drawing/2014/main" id="{D081704E-A5BC-69E0-EF2F-7422B7C0AC77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39751" y="5177085"/>
            <a:ext cx="714375" cy="714375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de-DE" dirty="0" err="1"/>
              <a:t>icon</a:t>
            </a:r>
            <a:endParaRPr lang="de-DE" dirty="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546809D-4C96-5601-169A-3EE0CC4B0FB6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pPr algn="r"/>
            <a:fld id="{7A7B93D9-3B94-43A5-A2E3-64F38FC30064}" type="datetime1">
              <a:rPr lang="de-DE" sz="1000" smtClean="0">
                <a:solidFill>
                  <a:srgbClr val="000000"/>
                </a:solidFill>
              </a:rPr>
              <a:t>05.01.2026</a:t>
            </a:fld>
            <a:endParaRPr lang="de-DE" sz="1000">
              <a:solidFill>
                <a:srgbClr val="000000"/>
              </a:solidFill>
            </a:endParaRPr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13E4B289-B0AC-8549-D949-5D9B1ECF9CBD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de-DE"/>
              <a:t>Name, Bereich,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697146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Zeilen + Icon 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">
            <a:extLst>
              <a:ext uri="{FF2B5EF4-FFF2-40B4-BE49-F238E27FC236}">
                <a16:creationId xmlns:a16="http://schemas.microsoft.com/office/drawing/2014/main" id="{1DB7993A-AB42-47BC-A729-7F496E1E1DF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20735" y="1345849"/>
            <a:ext cx="9991840" cy="1536000"/>
          </a:xfrm>
          <a:noFill/>
        </p:spPr>
        <p:txBody>
          <a:bodyPr lIns="0" tIns="0"/>
          <a:lstStyle>
            <a:lvl1pPr>
              <a:defRPr b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Textplatzhalter">
            <a:extLst>
              <a:ext uri="{FF2B5EF4-FFF2-40B4-BE49-F238E27FC236}">
                <a16:creationId xmlns:a16="http://schemas.microsoft.com/office/drawing/2014/main" id="{F9AE154E-8866-45A3-B04A-672C2C709BF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720735" y="3058499"/>
            <a:ext cx="9991840" cy="1536000"/>
          </a:xfrm>
          <a:noFill/>
        </p:spPr>
        <p:txBody>
          <a:bodyPr lIns="0" tIns="0"/>
          <a:lstStyle>
            <a:lvl1pPr>
              <a:defRPr b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Textplatzhalter">
            <a:extLst>
              <a:ext uri="{FF2B5EF4-FFF2-40B4-BE49-F238E27FC236}">
                <a16:creationId xmlns:a16="http://schemas.microsoft.com/office/drawing/2014/main" id="{5B10BB08-2062-412B-8B07-3FF5642EA3F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20735" y="4771149"/>
            <a:ext cx="9991840" cy="1536000"/>
          </a:xfrm>
          <a:noFill/>
        </p:spPr>
        <p:txBody>
          <a:bodyPr lIns="0" tIns="0"/>
          <a:lstStyle>
            <a:lvl1pPr>
              <a:defRPr b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0F6D4BEE-016A-4165-A8A9-C4A35324B3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7794" y="225426"/>
            <a:ext cx="9600000" cy="758856"/>
          </a:xfrm>
        </p:spPr>
        <p:txBody>
          <a:bodyPr/>
          <a:lstStyle/>
          <a:p>
            <a:r>
              <a:rPr lang="de-DE" dirty="0"/>
              <a:t>Headline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D28B0D0-B0FE-10AF-F340-1975DEAB528A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087158B1-A480-4390-8402-7A80A3BAEC4B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5" name="Textplatzhalter">
            <a:extLst>
              <a:ext uri="{FF2B5EF4-FFF2-40B4-BE49-F238E27FC236}">
                <a16:creationId xmlns:a16="http://schemas.microsoft.com/office/drawing/2014/main" id="{FBC313B3-D172-9D9A-C84D-6268EE9CB7B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79425" y="1341438"/>
            <a:ext cx="924570" cy="924570"/>
          </a:xfrm>
          <a:prstGeom prst="ellipse">
            <a:avLst/>
          </a:prstGeom>
          <a:solidFill>
            <a:srgbClr val="00A089"/>
          </a:solidFill>
        </p:spPr>
        <p:txBody>
          <a:bodyPr lIns="0" tIns="0"/>
          <a:lstStyle>
            <a:lvl1pPr>
              <a:defRPr sz="100" b="0"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6" name="Bildplatzhalter 5">
            <a:extLst>
              <a:ext uri="{FF2B5EF4-FFF2-40B4-BE49-F238E27FC236}">
                <a16:creationId xmlns:a16="http://schemas.microsoft.com/office/drawing/2014/main" id="{C1FE8A8E-A1BC-6F9E-56D0-56A4CA699A14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669374" y="1531387"/>
            <a:ext cx="544671" cy="544671"/>
          </a:xfrm>
          <a:noFill/>
        </p:spPr>
        <p:txBody>
          <a:bodyPr anchor="ctr"/>
          <a:lstStyle>
            <a:lvl1pPr algn="ctr">
              <a:defRPr/>
            </a:lvl1pPr>
          </a:lstStyle>
          <a:p>
            <a:r>
              <a:rPr lang="de-DE" dirty="0" err="1"/>
              <a:t>icon</a:t>
            </a:r>
            <a:endParaRPr lang="de-DE" dirty="0"/>
          </a:p>
        </p:txBody>
      </p:sp>
      <p:sp>
        <p:nvSpPr>
          <p:cNvPr id="15" name="Textplatzhalter">
            <a:extLst>
              <a:ext uri="{FF2B5EF4-FFF2-40B4-BE49-F238E27FC236}">
                <a16:creationId xmlns:a16="http://schemas.microsoft.com/office/drawing/2014/main" id="{EE47ECDD-100E-EF9E-369F-0F9063E1D78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77793" y="3058499"/>
            <a:ext cx="924570" cy="924570"/>
          </a:xfrm>
          <a:prstGeom prst="ellipse">
            <a:avLst/>
          </a:prstGeom>
          <a:solidFill>
            <a:srgbClr val="00A089"/>
          </a:solidFill>
        </p:spPr>
        <p:txBody>
          <a:bodyPr lIns="0" tIns="0"/>
          <a:lstStyle>
            <a:lvl1pPr>
              <a:defRPr sz="100" b="0"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6" name="Bildplatzhalter 5">
            <a:extLst>
              <a:ext uri="{FF2B5EF4-FFF2-40B4-BE49-F238E27FC236}">
                <a16:creationId xmlns:a16="http://schemas.microsoft.com/office/drawing/2014/main" id="{264C4797-9D4D-1160-DA26-3BD604D2E580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667742" y="3248448"/>
            <a:ext cx="544671" cy="544671"/>
          </a:xfrm>
          <a:noFill/>
        </p:spPr>
        <p:txBody>
          <a:bodyPr anchor="ctr"/>
          <a:lstStyle>
            <a:lvl1pPr algn="ctr">
              <a:defRPr/>
            </a:lvl1pPr>
          </a:lstStyle>
          <a:p>
            <a:r>
              <a:rPr lang="de-DE" dirty="0" err="1"/>
              <a:t>icon</a:t>
            </a:r>
            <a:endParaRPr lang="de-DE" dirty="0"/>
          </a:p>
        </p:txBody>
      </p:sp>
      <p:sp>
        <p:nvSpPr>
          <p:cNvPr id="17" name="Textplatzhalter">
            <a:extLst>
              <a:ext uri="{FF2B5EF4-FFF2-40B4-BE49-F238E27FC236}">
                <a16:creationId xmlns:a16="http://schemas.microsoft.com/office/drawing/2014/main" id="{50633068-A61D-7CB4-E447-A03D48C1DF7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77793" y="4771149"/>
            <a:ext cx="924570" cy="924570"/>
          </a:xfrm>
          <a:prstGeom prst="ellipse">
            <a:avLst/>
          </a:prstGeom>
          <a:solidFill>
            <a:srgbClr val="00A089"/>
          </a:solidFill>
        </p:spPr>
        <p:txBody>
          <a:bodyPr lIns="0" tIns="0"/>
          <a:lstStyle>
            <a:lvl1pPr>
              <a:defRPr sz="100" b="0"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8" name="Bildplatzhalter 5">
            <a:extLst>
              <a:ext uri="{FF2B5EF4-FFF2-40B4-BE49-F238E27FC236}">
                <a16:creationId xmlns:a16="http://schemas.microsoft.com/office/drawing/2014/main" id="{BB109B00-6F4F-FBB8-6C88-CCC9DA53E2CB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667742" y="4961098"/>
            <a:ext cx="544671" cy="544671"/>
          </a:xfrm>
          <a:noFill/>
        </p:spPr>
        <p:txBody>
          <a:bodyPr anchor="ctr"/>
          <a:lstStyle>
            <a:lvl1pPr algn="ctr">
              <a:defRPr/>
            </a:lvl1pPr>
          </a:lstStyle>
          <a:p>
            <a:r>
              <a:rPr lang="de-DE" dirty="0" err="1"/>
              <a:t>icon</a:t>
            </a:r>
            <a:endParaRPr lang="de-DE" dirty="0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2EE96559-713F-131B-140B-BAE67E5C6EFD}"/>
              </a:ext>
            </a:extLst>
          </p:cNvPr>
          <p:cNvSpPr>
            <a:spLocks noGrp="1"/>
          </p:cNvSpPr>
          <p:nvPr>
            <p:ph type="dt" sz="half" idx="29"/>
          </p:nvPr>
        </p:nvSpPr>
        <p:spPr/>
        <p:txBody>
          <a:bodyPr/>
          <a:lstStyle/>
          <a:p>
            <a:pPr algn="r"/>
            <a:fld id="{283198B7-DDC1-43E0-A2CD-D2B55A119E04}" type="datetime1">
              <a:rPr lang="de-DE" sz="1000" smtClean="0">
                <a:solidFill>
                  <a:srgbClr val="000000"/>
                </a:solidFill>
              </a:rPr>
              <a:t>05.01.2026</a:t>
            </a:fld>
            <a:endParaRPr lang="de-DE" sz="1000">
              <a:solidFill>
                <a:srgbClr val="000000"/>
              </a:solidFill>
            </a:endParaRPr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031E9518-D447-372E-3262-46694C4C21EE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/>
        <p:txBody>
          <a:bodyPr/>
          <a:lstStyle/>
          <a:p>
            <a:r>
              <a:rPr lang="de-DE"/>
              <a:t>Name, Bereich,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173629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Zeilen +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">
            <a:extLst>
              <a:ext uri="{FF2B5EF4-FFF2-40B4-BE49-F238E27FC236}">
                <a16:creationId xmlns:a16="http://schemas.microsoft.com/office/drawing/2014/main" id="{1DB7993A-AB42-47BC-A729-7F496E1E1DF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20735" y="1345849"/>
            <a:ext cx="9991840" cy="1536000"/>
          </a:xfrm>
          <a:noFill/>
        </p:spPr>
        <p:txBody>
          <a:bodyPr lIns="0" tIns="0"/>
          <a:lstStyle>
            <a:lvl1pPr>
              <a:defRPr b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Textplatzhalter">
            <a:extLst>
              <a:ext uri="{FF2B5EF4-FFF2-40B4-BE49-F238E27FC236}">
                <a16:creationId xmlns:a16="http://schemas.microsoft.com/office/drawing/2014/main" id="{F9AE154E-8866-45A3-B04A-672C2C709BF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720735" y="3058499"/>
            <a:ext cx="9991840" cy="1536000"/>
          </a:xfrm>
          <a:noFill/>
        </p:spPr>
        <p:txBody>
          <a:bodyPr lIns="0" tIns="0"/>
          <a:lstStyle>
            <a:lvl1pPr>
              <a:defRPr b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Textplatzhalter">
            <a:extLst>
              <a:ext uri="{FF2B5EF4-FFF2-40B4-BE49-F238E27FC236}">
                <a16:creationId xmlns:a16="http://schemas.microsoft.com/office/drawing/2014/main" id="{5B10BB08-2062-412B-8B07-3FF5642EA3F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20735" y="4771149"/>
            <a:ext cx="9991840" cy="1536000"/>
          </a:xfrm>
          <a:noFill/>
        </p:spPr>
        <p:txBody>
          <a:bodyPr lIns="0" tIns="0"/>
          <a:lstStyle>
            <a:lvl1pPr>
              <a:defRPr b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0F6D4BEE-016A-4165-A8A9-C4A35324B3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7794" y="225426"/>
            <a:ext cx="9600000" cy="758856"/>
          </a:xfrm>
        </p:spPr>
        <p:txBody>
          <a:bodyPr/>
          <a:lstStyle/>
          <a:p>
            <a:r>
              <a:rPr lang="de-DE" dirty="0"/>
              <a:t>Headline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D28B0D0-B0FE-10AF-F340-1975DEAB528A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087158B1-A480-4390-8402-7A80A3BAEC4B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6" name="Bildplatzhalter 5">
            <a:extLst>
              <a:ext uri="{FF2B5EF4-FFF2-40B4-BE49-F238E27FC236}">
                <a16:creationId xmlns:a16="http://schemas.microsoft.com/office/drawing/2014/main" id="{C1FE8A8E-A1BC-6F9E-56D0-56A4CA699A14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477794" y="1345849"/>
            <a:ext cx="758856" cy="758856"/>
          </a:xfrm>
          <a:noFill/>
        </p:spPr>
        <p:txBody>
          <a:bodyPr anchor="ctr"/>
          <a:lstStyle>
            <a:lvl1pPr algn="ctr">
              <a:defRPr/>
            </a:lvl1pPr>
          </a:lstStyle>
          <a:p>
            <a:r>
              <a:rPr lang="de-DE" dirty="0" err="1"/>
              <a:t>icon</a:t>
            </a:r>
            <a:endParaRPr lang="de-DE" dirty="0"/>
          </a:p>
        </p:txBody>
      </p:sp>
      <p:sp>
        <p:nvSpPr>
          <p:cNvPr id="16" name="Bildplatzhalter 5">
            <a:extLst>
              <a:ext uri="{FF2B5EF4-FFF2-40B4-BE49-F238E27FC236}">
                <a16:creationId xmlns:a16="http://schemas.microsoft.com/office/drawing/2014/main" id="{264C4797-9D4D-1160-DA26-3BD604D2E580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477794" y="3058499"/>
            <a:ext cx="758856" cy="758856"/>
          </a:xfrm>
          <a:noFill/>
        </p:spPr>
        <p:txBody>
          <a:bodyPr anchor="ctr"/>
          <a:lstStyle>
            <a:lvl1pPr algn="ctr">
              <a:defRPr/>
            </a:lvl1pPr>
          </a:lstStyle>
          <a:p>
            <a:r>
              <a:rPr lang="de-DE" dirty="0" err="1"/>
              <a:t>icon</a:t>
            </a:r>
            <a:endParaRPr lang="de-DE" dirty="0"/>
          </a:p>
        </p:txBody>
      </p:sp>
      <p:sp>
        <p:nvSpPr>
          <p:cNvPr id="18" name="Bildplatzhalter 5">
            <a:extLst>
              <a:ext uri="{FF2B5EF4-FFF2-40B4-BE49-F238E27FC236}">
                <a16:creationId xmlns:a16="http://schemas.microsoft.com/office/drawing/2014/main" id="{BB109B00-6F4F-FBB8-6C88-CCC9DA53E2CB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477794" y="4771149"/>
            <a:ext cx="758856" cy="758856"/>
          </a:xfrm>
          <a:noFill/>
        </p:spPr>
        <p:txBody>
          <a:bodyPr anchor="ctr"/>
          <a:lstStyle>
            <a:lvl1pPr algn="ctr">
              <a:defRPr/>
            </a:lvl1pPr>
          </a:lstStyle>
          <a:p>
            <a:r>
              <a:rPr lang="de-DE" dirty="0" err="1"/>
              <a:t>icon</a:t>
            </a:r>
            <a:endParaRPr lang="de-DE" dirty="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7F13231-5A38-3C15-C686-2EA74A2F1A52}"/>
              </a:ext>
            </a:extLst>
          </p:cNvPr>
          <p:cNvSpPr>
            <a:spLocks noGrp="1"/>
          </p:cNvSpPr>
          <p:nvPr>
            <p:ph type="dt" sz="half" idx="29"/>
          </p:nvPr>
        </p:nvSpPr>
        <p:spPr/>
        <p:txBody>
          <a:bodyPr/>
          <a:lstStyle/>
          <a:p>
            <a:pPr algn="r"/>
            <a:fld id="{5715CCBC-0404-408F-ADB6-A0FE852FF61C}" type="datetime1">
              <a:rPr lang="de-DE" sz="1000" smtClean="0">
                <a:solidFill>
                  <a:srgbClr val="000000"/>
                </a:solidFill>
              </a:rPr>
              <a:t>05.01.2026</a:t>
            </a:fld>
            <a:endParaRPr lang="de-DE" sz="1000">
              <a:solidFill>
                <a:srgbClr val="000000"/>
              </a:solidFill>
            </a:endParaRPr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77F1D652-4C83-66E4-C9AA-B8A5053563C2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/>
        <p:txBody>
          <a:bodyPr/>
          <a:lstStyle/>
          <a:p>
            <a:r>
              <a:rPr lang="de-DE"/>
              <a:t>Name, Bereich,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37096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Zeilen + Icon farb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">
            <a:extLst>
              <a:ext uri="{FF2B5EF4-FFF2-40B4-BE49-F238E27FC236}">
                <a16:creationId xmlns:a16="http://schemas.microsoft.com/office/drawing/2014/main" id="{1DB7993A-AB42-47BC-A729-7F496E1E1DF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7793" y="1345849"/>
            <a:ext cx="11234782" cy="1536000"/>
          </a:xfrm>
          <a:solidFill>
            <a:srgbClr val="40958F"/>
          </a:solidFill>
        </p:spPr>
        <p:txBody>
          <a:bodyPr lIns="1152000" tIns="93600"/>
          <a:lstStyle>
            <a:lvl1pPr>
              <a:defRPr b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Textplatzhalter">
            <a:extLst>
              <a:ext uri="{FF2B5EF4-FFF2-40B4-BE49-F238E27FC236}">
                <a16:creationId xmlns:a16="http://schemas.microsoft.com/office/drawing/2014/main" id="{F9AE154E-8866-45A3-B04A-672C2C709BF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7793" y="3058499"/>
            <a:ext cx="11234782" cy="1536000"/>
          </a:xfrm>
          <a:solidFill>
            <a:srgbClr val="E6E6E6"/>
          </a:solidFill>
        </p:spPr>
        <p:txBody>
          <a:bodyPr lIns="1152000" tIns="93600"/>
          <a:lstStyle>
            <a:lvl1pPr>
              <a:defRPr b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Textplatzhalter">
            <a:extLst>
              <a:ext uri="{FF2B5EF4-FFF2-40B4-BE49-F238E27FC236}">
                <a16:creationId xmlns:a16="http://schemas.microsoft.com/office/drawing/2014/main" id="{5B10BB08-2062-412B-8B07-3FF5642EA3F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7793" y="4771149"/>
            <a:ext cx="11234782" cy="1536000"/>
          </a:xfrm>
          <a:solidFill>
            <a:srgbClr val="40958F"/>
          </a:solidFill>
        </p:spPr>
        <p:txBody>
          <a:bodyPr lIns="1152000" tIns="93600"/>
          <a:lstStyle>
            <a:lvl1pPr>
              <a:defRPr b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0F6D4BEE-016A-4165-A8A9-C4A35324B3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Headline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D28B0D0-B0FE-10AF-F340-1975DEAB528A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087158B1-A480-4390-8402-7A80A3BAEC4B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6" name="Bildplatzhalter 5">
            <a:extLst>
              <a:ext uri="{FF2B5EF4-FFF2-40B4-BE49-F238E27FC236}">
                <a16:creationId xmlns:a16="http://schemas.microsoft.com/office/drawing/2014/main" id="{C1FE8A8E-A1BC-6F9E-56D0-56A4CA699A14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639751" y="1756661"/>
            <a:ext cx="714375" cy="714375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de-DE" dirty="0" err="1"/>
              <a:t>icon</a:t>
            </a:r>
            <a:endParaRPr lang="de-DE" dirty="0"/>
          </a:p>
        </p:txBody>
      </p:sp>
      <p:sp>
        <p:nvSpPr>
          <p:cNvPr id="7" name="Bildplatzhalter 5">
            <a:extLst>
              <a:ext uri="{FF2B5EF4-FFF2-40B4-BE49-F238E27FC236}">
                <a16:creationId xmlns:a16="http://schemas.microsoft.com/office/drawing/2014/main" id="{9B573A06-FA95-8E48-14CF-A69E468E513A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39751" y="3466335"/>
            <a:ext cx="714375" cy="714375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de-DE" dirty="0" err="1"/>
              <a:t>icon</a:t>
            </a:r>
            <a:endParaRPr lang="de-DE" dirty="0"/>
          </a:p>
        </p:txBody>
      </p:sp>
      <p:sp>
        <p:nvSpPr>
          <p:cNvPr id="11" name="Bildplatzhalter 5">
            <a:extLst>
              <a:ext uri="{FF2B5EF4-FFF2-40B4-BE49-F238E27FC236}">
                <a16:creationId xmlns:a16="http://schemas.microsoft.com/office/drawing/2014/main" id="{D081704E-A5BC-69E0-EF2F-7422B7C0AC77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39751" y="5177085"/>
            <a:ext cx="714375" cy="714375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de-DE" dirty="0" err="1"/>
              <a:t>icon</a:t>
            </a:r>
            <a:endParaRPr lang="de-DE" dirty="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7BA4194-5AEF-10A1-D077-A206A707681B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pPr algn="r"/>
            <a:fld id="{C320FF15-8CA5-41DD-BDFF-B66765F5DD58}" type="datetime1">
              <a:rPr lang="de-DE" sz="1000" smtClean="0">
                <a:solidFill>
                  <a:srgbClr val="000000"/>
                </a:solidFill>
              </a:rPr>
              <a:t>05.01.2026</a:t>
            </a:fld>
            <a:endParaRPr lang="de-DE" sz="1000">
              <a:solidFill>
                <a:srgbClr val="000000"/>
              </a:solidFill>
            </a:endParaRPr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ACE9C0D9-572C-E591-3160-BCA1AFB8F773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de-DE"/>
              <a:t>Name, Bereich,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0045149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Bereich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">
            <a:extLst>
              <a:ext uri="{FF2B5EF4-FFF2-40B4-BE49-F238E27FC236}">
                <a16:creationId xmlns:a16="http://schemas.microsoft.com/office/drawing/2014/main" id="{74B037F2-9663-49F7-9E97-D4A34A66ECC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61104" y="1997950"/>
            <a:ext cx="2588112" cy="4310773"/>
          </a:xfrm>
          <a:solidFill>
            <a:srgbClr val="DAEFE8"/>
          </a:solidFill>
        </p:spPr>
        <p:txBody>
          <a:bodyPr lIns="144000" tIns="108000" rIns="108000" bIns="108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de-DE" dirty="0"/>
              <a:t>Erste Ebene Fließtext // für Zwischenüberschrift und Aufzählung &gt;&gt; Menü &gt; Start &gt; Absatz &gt; Listenebene erhöhen 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0" name="Textplatzhalter">
            <a:extLst>
              <a:ext uri="{FF2B5EF4-FFF2-40B4-BE49-F238E27FC236}">
                <a16:creationId xmlns:a16="http://schemas.microsoft.com/office/drawing/2014/main" id="{4C5CA10F-89E7-491D-81EF-8E86B1D9A90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5" y="1997950"/>
            <a:ext cx="2588112" cy="4310775"/>
          </a:xfrm>
          <a:solidFill>
            <a:srgbClr val="E6E6E6"/>
          </a:solidFill>
        </p:spPr>
        <p:txBody>
          <a:bodyPr lIns="144000" tIns="108000" rIns="108000" bIns="108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buNone/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de-DE" dirty="0"/>
              <a:t>Erste Ebene Fließtext // für Zwischenüberschrift und Aufzählung &gt;&gt; Menü &gt; Start &gt; Absatz &gt; Listenebene erhöhen 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endParaRPr lang="de-DE" dirty="0"/>
          </a:p>
        </p:txBody>
      </p:sp>
      <p:sp>
        <p:nvSpPr>
          <p:cNvPr id="19" name="Textplatzhalter">
            <a:extLst>
              <a:ext uri="{FF2B5EF4-FFF2-40B4-BE49-F238E27FC236}">
                <a16:creationId xmlns:a16="http://schemas.microsoft.com/office/drawing/2014/main" id="{1502CD99-A4F5-4EEF-9EFD-BF362DEF4C1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61104" y="1341437"/>
            <a:ext cx="2588113" cy="545217"/>
          </a:xfrm>
          <a:solidFill>
            <a:srgbClr val="DAEFE8"/>
          </a:solidFill>
        </p:spPr>
        <p:txBody>
          <a:bodyPr lIns="144000" tIns="0" rIns="108000" anchor="ctr" anchorCtr="0"/>
          <a:lstStyle>
            <a:lvl1pPr marL="0" indent="0" algn="l">
              <a:spcAft>
                <a:spcPts val="0"/>
              </a:spcAft>
              <a:buFont typeface="Verdana" panose="020B0604030504040204" pitchFamily="34" charset="0"/>
              <a:buNone/>
              <a:defRPr b="1">
                <a:solidFill>
                  <a:schemeClr val="tx1"/>
                </a:solidFill>
              </a:defRPr>
            </a:lvl1pPr>
            <a:lvl2pPr marL="0" indent="0" algn="ctr">
              <a:spcAft>
                <a:spcPts val="0"/>
              </a:spcAft>
              <a:buFont typeface="Verdana" panose="020B0604030504040204" pitchFamily="34" charset="0"/>
              <a:buNone/>
              <a:defRPr b="1">
                <a:solidFill>
                  <a:schemeClr val="bg1"/>
                </a:solidFill>
              </a:defRPr>
            </a:lvl2pPr>
            <a:lvl3pPr marL="0" indent="0" algn="ctr">
              <a:spcAft>
                <a:spcPts val="0"/>
              </a:spcAft>
              <a:buNone/>
              <a:defRPr b="1">
                <a:solidFill>
                  <a:schemeClr val="bg1"/>
                </a:solidFill>
              </a:defRPr>
            </a:lvl3pPr>
            <a:lvl4pPr marL="0" indent="0" algn="ctr">
              <a:spcAft>
                <a:spcPts val="0"/>
              </a:spcAft>
              <a:buNone/>
              <a:defRPr b="1">
                <a:solidFill>
                  <a:schemeClr val="bg1"/>
                </a:solidFill>
              </a:defRPr>
            </a:lvl4pPr>
            <a:lvl5pPr marL="0" indent="0" algn="ctr">
              <a:spcAft>
                <a:spcPts val="0"/>
              </a:spcAft>
              <a:buNone/>
              <a:defRPr b="1">
                <a:solidFill>
                  <a:schemeClr val="bg1"/>
                </a:solidFill>
              </a:defRPr>
            </a:lvl5pPr>
            <a:lvl6pPr marL="0" indent="0" algn="ctr">
              <a:spcAft>
                <a:spcPts val="0"/>
              </a:spcAft>
              <a:buNone/>
              <a:defRPr b="1">
                <a:solidFill>
                  <a:schemeClr val="bg1"/>
                </a:solidFill>
              </a:defRPr>
            </a:lvl6pPr>
            <a:lvl7pPr marL="0" indent="0" algn="ctr">
              <a:spcAft>
                <a:spcPts val="0"/>
              </a:spcAft>
              <a:buFont typeface="Verdana" panose="020B0604030504040204" pitchFamily="34" charset="0"/>
              <a:buNone/>
              <a:defRPr b="1">
                <a:solidFill>
                  <a:schemeClr val="bg1"/>
                </a:solidFill>
              </a:defRPr>
            </a:lvl7pPr>
            <a:lvl8pPr marL="0" indent="0" algn="ctr">
              <a:spcAft>
                <a:spcPts val="0"/>
              </a:spcAft>
              <a:buFont typeface="Verdana" panose="020B0604030504040204" pitchFamily="34" charset="0"/>
              <a:buNone/>
              <a:defRPr b="1">
                <a:solidFill>
                  <a:schemeClr val="bg1"/>
                </a:solidFill>
              </a:defRPr>
            </a:lvl8pPr>
            <a:lvl9pPr marL="0" indent="0" algn="ctr">
              <a:spcAft>
                <a:spcPts val="0"/>
              </a:spcAft>
              <a:buFont typeface="Verdana" panose="020B0604030504040204" pitchFamily="34" charset="0"/>
              <a:buNone/>
              <a:defRPr b="1">
                <a:solidFill>
                  <a:schemeClr val="bg1"/>
                </a:solidFill>
              </a:defRPr>
            </a:lvl9pPr>
          </a:lstStyle>
          <a:p>
            <a:pPr lvl="0"/>
            <a:r>
              <a:rPr lang="de-DE" dirty="0"/>
              <a:t>Textfeld</a:t>
            </a:r>
          </a:p>
        </p:txBody>
      </p:sp>
      <p:sp>
        <p:nvSpPr>
          <p:cNvPr id="16" name="Textplatzhalter">
            <a:extLst>
              <a:ext uri="{FF2B5EF4-FFF2-40B4-BE49-F238E27FC236}">
                <a16:creationId xmlns:a16="http://schemas.microsoft.com/office/drawing/2014/main" id="{3D23014E-41B7-4683-B336-B490FED65C7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9425" y="1341437"/>
            <a:ext cx="2588113" cy="545217"/>
          </a:xfrm>
          <a:solidFill>
            <a:srgbClr val="E6E6E6"/>
          </a:solidFill>
        </p:spPr>
        <p:txBody>
          <a:bodyPr lIns="144000" tIns="0" rIns="108000" anchor="ctr" anchorCtr="0"/>
          <a:lstStyle>
            <a:lvl1pPr marL="0" indent="0" algn="l">
              <a:spcAft>
                <a:spcPts val="0"/>
              </a:spcAft>
              <a:buFont typeface="Verdana" panose="020B0604030504040204" pitchFamily="34" charset="0"/>
              <a:buNone/>
              <a:defRPr b="1">
                <a:solidFill>
                  <a:schemeClr val="tx1"/>
                </a:solidFill>
              </a:defRPr>
            </a:lvl1pPr>
            <a:lvl2pPr marL="0" indent="0" algn="ctr">
              <a:spcAft>
                <a:spcPts val="0"/>
              </a:spcAft>
              <a:buFont typeface="Verdana" panose="020B0604030504040204" pitchFamily="34" charset="0"/>
              <a:buNone/>
              <a:defRPr b="1">
                <a:solidFill>
                  <a:schemeClr val="bg1"/>
                </a:solidFill>
              </a:defRPr>
            </a:lvl2pPr>
            <a:lvl3pPr marL="0" indent="0" algn="ctr">
              <a:spcAft>
                <a:spcPts val="0"/>
              </a:spcAft>
              <a:buNone/>
              <a:defRPr b="1">
                <a:solidFill>
                  <a:schemeClr val="bg1"/>
                </a:solidFill>
              </a:defRPr>
            </a:lvl3pPr>
            <a:lvl4pPr marL="0" indent="0" algn="ctr">
              <a:spcAft>
                <a:spcPts val="0"/>
              </a:spcAft>
              <a:buNone/>
              <a:defRPr b="1">
                <a:solidFill>
                  <a:schemeClr val="bg1"/>
                </a:solidFill>
              </a:defRPr>
            </a:lvl4pPr>
            <a:lvl5pPr marL="0" indent="0" algn="ctr">
              <a:spcAft>
                <a:spcPts val="0"/>
              </a:spcAft>
              <a:buNone/>
              <a:defRPr b="1">
                <a:solidFill>
                  <a:schemeClr val="bg1"/>
                </a:solidFill>
              </a:defRPr>
            </a:lvl5pPr>
            <a:lvl6pPr marL="0" indent="0" algn="ctr">
              <a:spcAft>
                <a:spcPts val="0"/>
              </a:spcAft>
              <a:buNone/>
              <a:defRPr b="1">
                <a:solidFill>
                  <a:schemeClr val="bg1"/>
                </a:solidFill>
              </a:defRPr>
            </a:lvl6pPr>
            <a:lvl7pPr marL="0" indent="0" algn="ctr">
              <a:spcAft>
                <a:spcPts val="0"/>
              </a:spcAft>
              <a:buFont typeface="Verdana" panose="020B0604030504040204" pitchFamily="34" charset="0"/>
              <a:buNone/>
              <a:defRPr b="1">
                <a:solidFill>
                  <a:schemeClr val="bg1"/>
                </a:solidFill>
              </a:defRPr>
            </a:lvl7pPr>
            <a:lvl8pPr marL="0" indent="0" algn="ctr">
              <a:spcAft>
                <a:spcPts val="0"/>
              </a:spcAft>
              <a:buFont typeface="Verdana" panose="020B0604030504040204" pitchFamily="34" charset="0"/>
              <a:buNone/>
              <a:defRPr b="1">
                <a:solidFill>
                  <a:schemeClr val="bg1"/>
                </a:solidFill>
              </a:defRPr>
            </a:lvl8pPr>
            <a:lvl9pPr marL="0" indent="0" algn="ctr">
              <a:spcAft>
                <a:spcPts val="0"/>
              </a:spcAft>
              <a:buFont typeface="Verdana" panose="020B0604030504040204" pitchFamily="34" charset="0"/>
              <a:buNone/>
              <a:defRPr b="1">
                <a:solidFill>
                  <a:schemeClr val="bg1"/>
                </a:solidFill>
              </a:defRPr>
            </a:lvl9pPr>
          </a:lstStyle>
          <a:p>
            <a:pPr lvl="0"/>
            <a:r>
              <a:rPr lang="de-DE" dirty="0"/>
              <a:t>Textfeld</a:t>
            </a:r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0F6D4BEE-016A-4165-A8A9-C4A35324B3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Headline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E0ADCDE-9DA7-6084-3D1C-49A27C26CEE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087158B1-A480-4390-8402-7A80A3BAEC4B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5" name="Textplatzhalter">
            <a:extLst>
              <a:ext uri="{FF2B5EF4-FFF2-40B4-BE49-F238E27FC236}">
                <a16:creationId xmlns:a16="http://schemas.microsoft.com/office/drawing/2014/main" id="{F98B8C64-D1FD-5C4B-FAB3-EB60E00A619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24462" y="1341437"/>
            <a:ext cx="2588113" cy="545217"/>
          </a:xfrm>
          <a:solidFill>
            <a:srgbClr val="40958F"/>
          </a:solidFill>
        </p:spPr>
        <p:txBody>
          <a:bodyPr lIns="144000" tIns="0" rIns="108000" anchor="ctr" anchorCtr="0"/>
          <a:lstStyle>
            <a:lvl1pPr marL="0" indent="0" algn="l">
              <a:spcAft>
                <a:spcPts val="0"/>
              </a:spcAft>
              <a:buFont typeface="Verdana" panose="020B0604030504040204" pitchFamily="34" charset="0"/>
              <a:buNone/>
              <a:defRPr b="1">
                <a:solidFill>
                  <a:schemeClr val="bg1"/>
                </a:solidFill>
              </a:defRPr>
            </a:lvl1pPr>
            <a:lvl2pPr marL="0" indent="0" algn="ctr">
              <a:spcAft>
                <a:spcPts val="0"/>
              </a:spcAft>
              <a:buFont typeface="Verdana" panose="020B0604030504040204" pitchFamily="34" charset="0"/>
              <a:buNone/>
              <a:defRPr b="1">
                <a:solidFill>
                  <a:schemeClr val="bg1"/>
                </a:solidFill>
              </a:defRPr>
            </a:lvl2pPr>
            <a:lvl3pPr marL="0" indent="0" algn="ctr">
              <a:spcAft>
                <a:spcPts val="0"/>
              </a:spcAft>
              <a:buNone/>
              <a:defRPr b="1">
                <a:solidFill>
                  <a:schemeClr val="bg1"/>
                </a:solidFill>
              </a:defRPr>
            </a:lvl3pPr>
            <a:lvl4pPr marL="0" indent="0" algn="ctr">
              <a:spcAft>
                <a:spcPts val="0"/>
              </a:spcAft>
              <a:buNone/>
              <a:defRPr b="1">
                <a:solidFill>
                  <a:schemeClr val="bg1"/>
                </a:solidFill>
              </a:defRPr>
            </a:lvl4pPr>
            <a:lvl5pPr marL="0" indent="0" algn="ctr">
              <a:spcAft>
                <a:spcPts val="0"/>
              </a:spcAft>
              <a:buNone/>
              <a:defRPr b="1">
                <a:solidFill>
                  <a:schemeClr val="bg1"/>
                </a:solidFill>
              </a:defRPr>
            </a:lvl5pPr>
            <a:lvl6pPr marL="0" indent="0" algn="ctr">
              <a:spcAft>
                <a:spcPts val="0"/>
              </a:spcAft>
              <a:buNone/>
              <a:defRPr b="1">
                <a:solidFill>
                  <a:schemeClr val="bg1"/>
                </a:solidFill>
              </a:defRPr>
            </a:lvl6pPr>
            <a:lvl7pPr marL="0" indent="0" algn="ctr">
              <a:spcAft>
                <a:spcPts val="0"/>
              </a:spcAft>
              <a:buFont typeface="Verdana" panose="020B0604030504040204" pitchFamily="34" charset="0"/>
              <a:buNone/>
              <a:defRPr b="1">
                <a:solidFill>
                  <a:schemeClr val="bg1"/>
                </a:solidFill>
              </a:defRPr>
            </a:lvl7pPr>
            <a:lvl8pPr marL="0" indent="0" algn="ctr">
              <a:spcAft>
                <a:spcPts val="0"/>
              </a:spcAft>
              <a:buFont typeface="Verdana" panose="020B0604030504040204" pitchFamily="34" charset="0"/>
              <a:buNone/>
              <a:defRPr b="1">
                <a:solidFill>
                  <a:schemeClr val="bg1"/>
                </a:solidFill>
              </a:defRPr>
            </a:lvl8pPr>
            <a:lvl9pPr marL="0" indent="0" algn="ctr">
              <a:spcAft>
                <a:spcPts val="0"/>
              </a:spcAft>
              <a:buFont typeface="Verdana" panose="020B0604030504040204" pitchFamily="34" charset="0"/>
              <a:buNone/>
              <a:defRPr b="1">
                <a:solidFill>
                  <a:schemeClr val="bg1"/>
                </a:solidFill>
              </a:defRPr>
            </a:lvl9pPr>
          </a:lstStyle>
          <a:p>
            <a:pPr lvl="0"/>
            <a:r>
              <a:rPr lang="de-DE" dirty="0"/>
              <a:t>Textfeld</a:t>
            </a:r>
          </a:p>
        </p:txBody>
      </p:sp>
      <p:sp>
        <p:nvSpPr>
          <p:cNvPr id="6" name="Textplatzhalter">
            <a:extLst>
              <a:ext uri="{FF2B5EF4-FFF2-40B4-BE49-F238E27FC236}">
                <a16:creationId xmlns:a16="http://schemas.microsoft.com/office/drawing/2014/main" id="{DF347723-CB3B-4C27-E9AF-1DC87653362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42783" y="1341437"/>
            <a:ext cx="2588113" cy="545217"/>
          </a:xfrm>
          <a:solidFill>
            <a:srgbClr val="B4DFD0"/>
          </a:solidFill>
        </p:spPr>
        <p:txBody>
          <a:bodyPr lIns="144000" tIns="0" rIns="108000" anchor="ctr" anchorCtr="0"/>
          <a:lstStyle>
            <a:lvl1pPr marL="0" indent="0" algn="l">
              <a:spcAft>
                <a:spcPts val="0"/>
              </a:spcAft>
              <a:buFont typeface="Verdana" panose="020B0604030504040204" pitchFamily="34" charset="0"/>
              <a:buNone/>
              <a:defRPr b="1">
                <a:solidFill>
                  <a:schemeClr val="tx1"/>
                </a:solidFill>
              </a:defRPr>
            </a:lvl1pPr>
            <a:lvl2pPr marL="0" indent="0" algn="ctr">
              <a:spcAft>
                <a:spcPts val="0"/>
              </a:spcAft>
              <a:buFont typeface="Verdana" panose="020B0604030504040204" pitchFamily="34" charset="0"/>
              <a:buNone/>
              <a:defRPr b="1">
                <a:solidFill>
                  <a:schemeClr val="bg1"/>
                </a:solidFill>
              </a:defRPr>
            </a:lvl2pPr>
            <a:lvl3pPr marL="0" indent="0" algn="ctr">
              <a:spcAft>
                <a:spcPts val="0"/>
              </a:spcAft>
              <a:buNone/>
              <a:defRPr b="1">
                <a:solidFill>
                  <a:schemeClr val="bg1"/>
                </a:solidFill>
              </a:defRPr>
            </a:lvl3pPr>
            <a:lvl4pPr marL="0" indent="0" algn="ctr">
              <a:spcAft>
                <a:spcPts val="0"/>
              </a:spcAft>
              <a:buNone/>
              <a:defRPr b="1">
                <a:solidFill>
                  <a:schemeClr val="bg1"/>
                </a:solidFill>
              </a:defRPr>
            </a:lvl4pPr>
            <a:lvl5pPr marL="0" indent="0" algn="ctr">
              <a:spcAft>
                <a:spcPts val="0"/>
              </a:spcAft>
              <a:buNone/>
              <a:defRPr b="1">
                <a:solidFill>
                  <a:schemeClr val="bg1"/>
                </a:solidFill>
              </a:defRPr>
            </a:lvl5pPr>
            <a:lvl6pPr marL="0" indent="0" algn="ctr">
              <a:spcAft>
                <a:spcPts val="0"/>
              </a:spcAft>
              <a:buNone/>
              <a:defRPr b="1">
                <a:solidFill>
                  <a:schemeClr val="bg1"/>
                </a:solidFill>
              </a:defRPr>
            </a:lvl6pPr>
            <a:lvl7pPr marL="0" indent="0" algn="ctr">
              <a:spcAft>
                <a:spcPts val="0"/>
              </a:spcAft>
              <a:buFont typeface="Verdana" panose="020B0604030504040204" pitchFamily="34" charset="0"/>
              <a:buNone/>
              <a:defRPr b="1">
                <a:solidFill>
                  <a:schemeClr val="bg1"/>
                </a:solidFill>
              </a:defRPr>
            </a:lvl7pPr>
            <a:lvl8pPr marL="0" indent="0" algn="ctr">
              <a:spcAft>
                <a:spcPts val="0"/>
              </a:spcAft>
              <a:buFont typeface="Verdana" panose="020B0604030504040204" pitchFamily="34" charset="0"/>
              <a:buNone/>
              <a:defRPr b="1">
                <a:solidFill>
                  <a:schemeClr val="bg1"/>
                </a:solidFill>
              </a:defRPr>
            </a:lvl8pPr>
            <a:lvl9pPr marL="0" indent="0" algn="ctr">
              <a:spcAft>
                <a:spcPts val="0"/>
              </a:spcAft>
              <a:buFont typeface="Verdana" panose="020B0604030504040204" pitchFamily="34" charset="0"/>
              <a:buNone/>
              <a:defRPr b="1">
                <a:solidFill>
                  <a:schemeClr val="bg1"/>
                </a:solidFill>
              </a:defRPr>
            </a:lvl9pPr>
          </a:lstStyle>
          <a:p>
            <a:pPr lvl="0"/>
            <a:r>
              <a:rPr lang="de-DE" dirty="0"/>
              <a:t>Textfeld</a:t>
            </a:r>
          </a:p>
        </p:txBody>
      </p:sp>
      <p:sp>
        <p:nvSpPr>
          <p:cNvPr id="7" name="Textplatzhalter">
            <a:extLst>
              <a:ext uri="{FF2B5EF4-FFF2-40B4-BE49-F238E27FC236}">
                <a16:creationId xmlns:a16="http://schemas.microsoft.com/office/drawing/2014/main" id="{8062F10D-BAB1-1582-3F72-ABACBA48EA6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42783" y="1997950"/>
            <a:ext cx="2588112" cy="4310773"/>
          </a:xfrm>
          <a:solidFill>
            <a:srgbClr val="B4DFD0"/>
          </a:solidFill>
        </p:spPr>
        <p:txBody>
          <a:bodyPr lIns="144000" tIns="108000" rIns="108000" bIns="108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de-DE" dirty="0"/>
              <a:t>Erste Ebene Fließtext // für Zwischenüberschrift und Aufzählung &gt;&gt; Menü &gt; Start &gt; Absatz &gt; Listenebene erhöhen 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9" name="Textplatzhalter">
            <a:extLst>
              <a:ext uri="{FF2B5EF4-FFF2-40B4-BE49-F238E27FC236}">
                <a16:creationId xmlns:a16="http://schemas.microsoft.com/office/drawing/2014/main" id="{4C633508-3F73-4CEB-F002-82045C98A7C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124463" y="1997950"/>
            <a:ext cx="2588112" cy="4310773"/>
          </a:xfrm>
          <a:solidFill>
            <a:srgbClr val="40958F"/>
          </a:solidFill>
        </p:spPr>
        <p:txBody>
          <a:bodyPr lIns="144000" tIns="108000" rIns="108000" bIns="108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buNone/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de-DE" dirty="0"/>
              <a:t>Erste Ebene Fließtext // für Zwischenüberschrift und Aufzählung &gt;&gt; Menü &gt; Start &gt; Absatz &gt; Listenebene erhöhen 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endParaRPr lang="de-DE" dirty="0"/>
          </a:p>
        </p:txBody>
      </p:sp>
      <p:sp>
        <p:nvSpPr>
          <p:cNvPr id="13" name="Dreieck 12">
            <a:extLst>
              <a:ext uri="{FF2B5EF4-FFF2-40B4-BE49-F238E27FC236}">
                <a16:creationId xmlns:a16="http://schemas.microsoft.com/office/drawing/2014/main" id="{C651DA70-79EC-4384-07F2-D6E09B010FFA}"/>
              </a:ext>
            </a:extLst>
          </p:cNvPr>
          <p:cNvSpPr/>
          <p:nvPr userDrawn="1"/>
        </p:nvSpPr>
        <p:spPr>
          <a:xfrm rot="5400000">
            <a:off x="2939146" y="3796285"/>
            <a:ext cx="548640" cy="165463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Dreieck 13">
            <a:extLst>
              <a:ext uri="{FF2B5EF4-FFF2-40B4-BE49-F238E27FC236}">
                <a16:creationId xmlns:a16="http://schemas.microsoft.com/office/drawing/2014/main" id="{BA93D9F3-8434-CAE4-5E90-69FC6DC3A66E}"/>
              </a:ext>
            </a:extLst>
          </p:cNvPr>
          <p:cNvSpPr/>
          <p:nvPr userDrawn="1"/>
        </p:nvSpPr>
        <p:spPr>
          <a:xfrm rot="5400000">
            <a:off x="5821679" y="3796285"/>
            <a:ext cx="548640" cy="165463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Dreieck 14">
            <a:extLst>
              <a:ext uri="{FF2B5EF4-FFF2-40B4-BE49-F238E27FC236}">
                <a16:creationId xmlns:a16="http://schemas.microsoft.com/office/drawing/2014/main" id="{439ECFA9-E7D0-66B2-88CD-E17AC4EAC6DF}"/>
              </a:ext>
            </a:extLst>
          </p:cNvPr>
          <p:cNvSpPr/>
          <p:nvPr userDrawn="1"/>
        </p:nvSpPr>
        <p:spPr>
          <a:xfrm rot="5400000">
            <a:off x="8704213" y="3796285"/>
            <a:ext cx="548640" cy="165463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Bildplatzhalter 10">
            <a:extLst>
              <a:ext uri="{FF2B5EF4-FFF2-40B4-BE49-F238E27FC236}">
                <a16:creationId xmlns:a16="http://schemas.microsoft.com/office/drawing/2014/main" id="{A452E52C-6A4F-CC92-6678-90646DFE66DD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2134729" y="5365727"/>
            <a:ext cx="817477" cy="817476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de-DE" dirty="0" err="1"/>
              <a:t>bild</a:t>
            </a:r>
            <a:endParaRPr lang="de-DE" dirty="0"/>
          </a:p>
        </p:txBody>
      </p:sp>
      <p:sp>
        <p:nvSpPr>
          <p:cNvPr id="18" name="Bildplatzhalter 10">
            <a:extLst>
              <a:ext uri="{FF2B5EF4-FFF2-40B4-BE49-F238E27FC236}">
                <a16:creationId xmlns:a16="http://schemas.microsoft.com/office/drawing/2014/main" id="{9D786FBD-B127-0A69-831F-82BA30DAF2B8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016406" y="5365727"/>
            <a:ext cx="817477" cy="817476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de-DE" dirty="0" err="1"/>
              <a:t>bild</a:t>
            </a:r>
            <a:endParaRPr lang="de-DE" dirty="0"/>
          </a:p>
        </p:txBody>
      </p:sp>
      <p:sp>
        <p:nvSpPr>
          <p:cNvPr id="21" name="Bildplatzhalter 10">
            <a:extLst>
              <a:ext uri="{FF2B5EF4-FFF2-40B4-BE49-F238E27FC236}">
                <a16:creationId xmlns:a16="http://schemas.microsoft.com/office/drawing/2014/main" id="{C444A2DB-4416-F110-45CD-6FEF82FA6A7F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897924" y="5365727"/>
            <a:ext cx="817477" cy="817476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de-DE" dirty="0" err="1"/>
              <a:t>bild</a:t>
            </a:r>
            <a:endParaRPr lang="de-DE" dirty="0"/>
          </a:p>
        </p:txBody>
      </p:sp>
      <p:sp>
        <p:nvSpPr>
          <p:cNvPr id="22" name="Bildplatzhalter 10">
            <a:extLst>
              <a:ext uri="{FF2B5EF4-FFF2-40B4-BE49-F238E27FC236}">
                <a16:creationId xmlns:a16="http://schemas.microsoft.com/office/drawing/2014/main" id="{558A26E2-430E-6A7C-92BE-7B4E1067D7B4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0784812" y="5365727"/>
            <a:ext cx="817477" cy="817476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de-DE" dirty="0" err="1"/>
              <a:t>bild</a:t>
            </a:r>
            <a:endParaRPr lang="de-DE" dirty="0"/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B685ED01-F437-506F-743D-FC28FEF3404F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pPr algn="r"/>
            <a:fld id="{2C08D879-E187-4F7E-A710-46562A8B1D77}" type="datetime1">
              <a:rPr lang="de-DE" sz="1000" smtClean="0">
                <a:solidFill>
                  <a:srgbClr val="000000"/>
                </a:solidFill>
              </a:rPr>
              <a:t>05.01.2026</a:t>
            </a:fld>
            <a:endParaRPr lang="de-DE" sz="1000">
              <a:solidFill>
                <a:srgbClr val="000000"/>
              </a:solidFill>
            </a:endParaRPr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AF2CD4A9-E637-FA63-ED23-CA65A33D4D04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r>
              <a:rPr lang="de-DE"/>
              <a:t>Name, Bereich,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9299546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Bereiche gr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">
            <a:extLst>
              <a:ext uri="{FF2B5EF4-FFF2-40B4-BE49-F238E27FC236}">
                <a16:creationId xmlns:a16="http://schemas.microsoft.com/office/drawing/2014/main" id="{74B037F2-9663-49F7-9E97-D4A34A66ECC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61104" y="1997950"/>
            <a:ext cx="2588112" cy="4310773"/>
          </a:xfrm>
          <a:solidFill>
            <a:srgbClr val="E6E6E6"/>
          </a:solidFill>
        </p:spPr>
        <p:txBody>
          <a:bodyPr lIns="144000" tIns="108000" rIns="108000" bIns="108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de-DE" dirty="0"/>
              <a:t>Erste Ebene Fließtext // für Zwischenüberschrift und Aufzählung &gt;&gt; Menü &gt; Start &gt; Absatz &gt; Listenebene erhöhen 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0" name="Textplatzhalter">
            <a:extLst>
              <a:ext uri="{FF2B5EF4-FFF2-40B4-BE49-F238E27FC236}">
                <a16:creationId xmlns:a16="http://schemas.microsoft.com/office/drawing/2014/main" id="{4C5CA10F-89E7-491D-81EF-8E86B1D9A90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5" y="1997950"/>
            <a:ext cx="2588112" cy="4310775"/>
          </a:xfrm>
          <a:solidFill>
            <a:srgbClr val="E6E6E6"/>
          </a:solidFill>
        </p:spPr>
        <p:txBody>
          <a:bodyPr lIns="144000" tIns="108000" rIns="108000" bIns="108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de-DE" dirty="0"/>
              <a:t>Erste Ebene Fließtext // für Zwischenüberschrift und Aufzählung &gt;&gt; Menü &gt; Start &gt; Absatz &gt; Listenebene erhöhen 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endParaRPr lang="de-DE" dirty="0"/>
          </a:p>
        </p:txBody>
      </p:sp>
      <p:sp>
        <p:nvSpPr>
          <p:cNvPr id="19" name="Textplatzhalter">
            <a:extLst>
              <a:ext uri="{FF2B5EF4-FFF2-40B4-BE49-F238E27FC236}">
                <a16:creationId xmlns:a16="http://schemas.microsoft.com/office/drawing/2014/main" id="{1502CD99-A4F5-4EEF-9EFD-BF362DEF4C1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61104" y="1341437"/>
            <a:ext cx="2588113" cy="545217"/>
          </a:xfrm>
          <a:gradFill>
            <a:gsLst>
              <a:gs pos="50000">
                <a:srgbClr val="E86240"/>
              </a:gs>
              <a:gs pos="0">
                <a:srgbClr val="6ABFA2"/>
              </a:gs>
              <a:gs pos="100000">
                <a:srgbClr val="E30613"/>
              </a:gs>
            </a:gsLst>
            <a:lin ang="4200000" scaled="0"/>
          </a:gradFill>
        </p:spPr>
        <p:txBody>
          <a:bodyPr lIns="144000" tIns="0" rIns="108000" anchor="ctr" anchorCtr="0"/>
          <a:lstStyle>
            <a:lvl1pPr marL="0" indent="0" algn="l">
              <a:spcAft>
                <a:spcPts val="0"/>
              </a:spcAft>
              <a:buFont typeface="Verdana" panose="020B0604030504040204" pitchFamily="34" charset="0"/>
              <a:buNone/>
              <a:defRPr b="1">
                <a:solidFill>
                  <a:schemeClr val="bg1"/>
                </a:solidFill>
              </a:defRPr>
            </a:lvl1pPr>
            <a:lvl2pPr marL="0" indent="0" algn="ctr">
              <a:spcAft>
                <a:spcPts val="0"/>
              </a:spcAft>
              <a:buFont typeface="Verdana" panose="020B0604030504040204" pitchFamily="34" charset="0"/>
              <a:buNone/>
              <a:defRPr b="1">
                <a:solidFill>
                  <a:schemeClr val="bg1"/>
                </a:solidFill>
              </a:defRPr>
            </a:lvl2pPr>
            <a:lvl3pPr marL="0" indent="0" algn="ctr">
              <a:spcAft>
                <a:spcPts val="0"/>
              </a:spcAft>
              <a:buNone/>
              <a:defRPr b="1">
                <a:solidFill>
                  <a:schemeClr val="bg1"/>
                </a:solidFill>
              </a:defRPr>
            </a:lvl3pPr>
            <a:lvl4pPr marL="0" indent="0" algn="ctr">
              <a:spcAft>
                <a:spcPts val="0"/>
              </a:spcAft>
              <a:buNone/>
              <a:defRPr b="1">
                <a:solidFill>
                  <a:schemeClr val="bg1"/>
                </a:solidFill>
              </a:defRPr>
            </a:lvl4pPr>
            <a:lvl5pPr marL="0" indent="0" algn="ctr">
              <a:spcAft>
                <a:spcPts val="0"/>
              </a:spcAft>
              <a:buNone/>
              <a:defRPr b="1">
                <a:solidFill>
                  <a:schemeClr val="bg1"/>
                </a:solidFill>
              </a:defRPr>
            </a:lvl5pPr>
            <a:lvl6pPr marL="0" indent="0" algn="ctr">
              <a:spcAft>
                <a:spcPts val="0"/>
              </a:spcAft>
              <a:buNone/>
              <a:defRPr b="1">
                <a:solidFill>
                  <a:schemeClr val="bg1"/>
                </a:solidFill>
              </a:defRPr>
            </a:lvl6pPr>
            <a:lvl7pPr marL="0" indent="0" algn="ctr">
              <a:spcAft>
                <a:spcPts val="0"/>
              </a:spcAft>
              <a:buFont typeface="Verdana" panose="020B0604030504040204" pitchFamily="34" charset="0"/>
              <a:buNone/>
              <a:defRPr b="1">
                <a:solidFill>
                  <a:schemeClr val="bg1"/>
                </a:solidFill>
              </a:defRPr>
            </a:lvl7pPr>
            <a:lvl8pPr marL="0" indent="0" algn="ctr">
              <a:spcAft>
                <a:spcPts val="0"/>
              </a:spcAft>
              <a:buFont typeface="Verdana" panose="020B0604030504040204" pitchFamily="34" charset="0"/>
              <a:buNone/>
              <a:defRPr b="1">
                <a:solidFill>
                  <a:schemeClr val="bg1"/>
                </a:solidFill>
              </a:defRPr>
            </a:lvl8pPr>
            <a:lvl9pPr marL="0" indent="0" algn="ctr">
              <a:spcAft>
                <a:spcPts val="0"/>
              </a:spcAft>
              <a:buFont typeface="Verdana" panose="020B0604030504040204" pitchFamily="34" charset="0"/>
              <a:buNone/>
              <a:defRPr b="1">
                <a:solidFill>
                  <a:schemeClr val="bg1"/>
                </a:solidFill>
              </a:defRPr>
            </a:lvl9pPr>
          </a:lstStyle>
          <a:p>
            <a:pPr lvl="0"/>
            <a:r>
              <a:rPr lang="de-DE" dirty="0"/>
              <a:t>Textfeld</a:t>
            </a:r>
          </a:p>
        </p:txBody>
      </p:sp>
      <p:sp>
        <p:nvSpPr>
          <p:cNvPr id="16" name="Textplatzhalter">
            <a:extLst>
              <a:ext uri="{FF2B5EF4-FFF2-40B4-BE49-F238E27FC236}">
                <a16:creationId xmlns:a16="http://schemas.microsoft.com/office/drawing/2014/main" id="{3D23014E-41B7-4683-B336-B490FED65C7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9425" y="1341437"/>
            <a:ext cx="2588113" cy="545217"/>
          </a:xfrm>
          <a:gradFill>
            <a:gsLst>
              <a:gs pos="50000">
                <a:srgbClr val="E86240"/>
              </a:gs>
              <a:gs pos="0">
                <a:srgbClr val="6ABFA2"/>
              </a:gs>
              <a:gs pos="100000">
                <a:srgbClr val="E30613"/>
              </a:gs>
            </a:gsLst>
            <a:lin ang="4200000" scaled="0"/>
          </a:gradFill>
        </p:spPr>
        <p:txBody>
          <a:bodyPr lIns="144000" tIns="0" rIns="72000" anchor="ctr" anchorCtr="0"/>
          <a:lstStyle>
            <a:lvl1pPr marL="0" indent="0" algn="l">
              <a:spcAft>
                <a:spcPts val="0"/>
              </a:spcAft>
              <a:buFont typeface="Verdana" panose="020B0604030504040204" pitchFamily="34" charset="0"/>
              <a:buNone/>
              <a:defRPr b="1">
                <a:solidFill>
                  <a:schemeClr val="bg1"/>
                </a:solidFill>
              </a:defRPr>
            </a:lvl1pPr>
            <a:lvl2pPr marL="0" indent="0" algn="ctr">
              <a:spcAft>
                <a:spcPts val="0"/>
              </a:spcAft>
              <a:buFont typeface="Verdana" panose="020B0604030504040204" pitchFamily="34" charset="0"/>
              <a:buNone/>
              <a:defRPr b="1">
                <a:solidFill>
                  <a:schemeClr val="bg1"/>
                </a:solidFill>
              </a:defRPr>
            </a:lvl2pPr>
            <a:lvl3pPr marL="0" indent="0" algn="ctr">
              <a:spcAft>
                <a:spcPts val="0"/>
              </a:spcAft>
              <a:buNone/>
              <a:defRPr b="1">
                <a:solidFill>
                  <a:schemeClr val="bg1"/>
                </a:solidFill>
              </a:defRPr>
            </a:lvl3pPr>
            <a:lvl4pPr marL="0" indent="0" algn="ctr">
              <a:spcAft>
                <a:spcPts val="0"/>
              </a:spcAft>
              <a:buNone/>
              <a:defRPr b="1">
                <a:solidFill>
                  <a:schemeClr val="bg1"/>
                </a:solidFill>
              </a:defRPr>
            </a:lvl4pPr>
            <a:lvl5pPr marL="0" indent="0" algn="ctr">
              <a:spcAft>
                <a:spcPts val="0"/>
              </a:spcAft>
              <a:buNone/>
              <a:defRPr b="1">
                <a:solidFill>
                  <a:schemeClr val="bg1"/>
                </a:solidFill>
              </a:defRPr>
            </a:lvl5pPr>
            <a:lvl6pPr marL="0" indent="0" algn="ctr">
              <a:spcAft>
                <a:spcPts val="0"/>
              </a:spcAft>
              <a:buNone/>
              <a:defRPr b="1">
                <a:solidFill>
                  <a:schemeClr val="bg1"/>
                </a:solidFill>
              </a:defRPr>
            </a:lvl6pPr>
            <a:lvl7pPr marL="0" indent="0" algn="ctr">
              <a:spcAft>
                <a:spcPts val="0"/>
              </a:spcAft>
              <a:buFont typeface="Verdana" panose="020B0604030504040204" pitchFamily="34" charset="0"/>
              <a:buNone/>
              <a:defRPr b="1">
                <a:solidFill>
                  <a:schemeClr val="bg1"/>
                </a:solidFill>
              </a:defRPr>
            </a:lvl7pPr>
            <a:lvl8pPr marL="0" indent="0" algn="ctr">
              <a:spcAft>
                <a:spcPts val="0"/>
              </a:spcAft>
              <a:buFont typeface="Verdana" panose="020B0604030504040204" pitchFamily="34" charset="0"/>
              <a:buNone/>
              <a:defRPr b="1">
                <a:solidFill>
                  <a:schemeClr val="bg1"/>
                </a:solidFill>
              </a:defRPr>
            </a:lvl8pPr>
            <a:lvl9pPr marL="0" indent="0" algn="ctr">
              <a:spcAft>
                <a:spcPts val="0"/>
              </a:spcAft>
              <a:buFont typeface="Verdana" panose="020B0604030504040204" pitchFamily="34" charset="0"/>
              <a:buNone/>
              <a:defRPr b="1">
                <a:solidFill>
                  <a:schemeClr val="bg1"/>
                </a:solidFill>
              </a:defRPr>
            </a:lvl9pPr>
          </a:lstStyle>
          <a:p>
            <a:pPr lvl="0"/>
            <a:r>
              <a:rPr lang="de-DE" dirty="0"/>
              <a:t>Textfeld</a:t>
            </a:r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0F6D4BEE-016A-4165-A8A9-C4A35324B3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Headline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E0ADCDE-9DA7-6084-3D1C-49A27C26CEE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087158B1-A480-4390-8402-7A80A3BAEC4B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5" name="Textplatzhalter">
            <a:extLst>
              <a:ext uri="{FF2B5EF4-FFF2-40B4-BE49-F238E27FC236}">
                <a16:creationId xmlns:a16="http://schemas.microsoft.com/office/drawing/2014/main" id="{F98B8C64-D1FD-5C4B-FAB3-EB60E00A619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24462" y="1341437"/>
            <a:ext cx="2588113" cy="545217"/>
          </a:xfrm>
          <a:gradFill>
            <a:gsLst>
              <a:gs pos="50000">
                <a:srgbClr val="E86240"/>
              </a:gs>
              <a:gs pos="0">
                <a:srgbClr val="6ABFA2"/>
              </a:gs>
              <a:gs pos="100000">
                <a:srgbClr val="E30613"/>
              </a:gs>
            </a:gsLst>
            <a:lin ang="4200000" scaled="0"/>
          </a:gradFill>
        </p:spPr>
        <p:txBody>
          <a:bodyPr lIns="144000" tIns="0" rIns="108000" anchor="ctr" anchorCtr="0"/>
          <a:lstStyle>
            <a:lvl1pPr marL="0" indent="0" algn="l">
              <a:spcAft>
                <a:spcPts val="0"/>
              </a:spcAft>
              <a:buFont typeface="Verdana" panose="020B0604030504040204" pitchFamily="34" charset="0"/>
              <a:buNone/>
              <a:defRPr b="1">
                <a:solidFill>
                  <a:schemeClr val="bg1"/>
                </a:solidFill>
              </a:defRPr>
            </a:lvl1pPr>
            <a:lvl2pPr marL="0" indent="0" algn="ctr">
              <a:spcAft>
                <a:spcPts val="0"/>
              </a:spcAft>
              <a:buFont typeface="Verdana" panose="020B0604030504040204" pitchFamily="34" charset="0"/>
              <a:buNone/>
              <a:defRPr b="1">
                <a:solidFill>
                  <a:schemeClr val="bg1"/>
                </a:solidFill>
              </a:defRPr>
            </a:lvl2pPr>
            <a:lvl3pPr marL="0" indent="0" algn="ctr">
              <a:spcAft>
                <a:spcPts val="0"/>
              </a:spcAft>
              <a:buNone/>
              <a:defRPr b="1">
                <a:solidFill>
                  <a:schemeClr val="bg1"/>
                </a:solidFill>
              </a:defRPr>
            </a:lvl3pPr>
            <a:lvl4pPr marL="0" indent="0" algn="ctr">
              <a:spcAft>
                <a:spcPts val="0"/>
              </a:spcAft>
              <a:buNone/>
              <a:defRPr b="1">
                <a:solidFill>
                  <a:schemeClr val="bg1"/>
                </a:solidFill>
              </a:defRPr>
            </a:lvl4pPr>
            <a:lvl5pPr marL="0" indent="0" algn="ctr">
              <a:spcAft>
                <a:spcPts val="0"/>
              </a:spcAft>
              <a:buNone/>
              <a:defRPr b="1">
                <a:solidFill>
                  <a:schemeClr val="bg1"/>
                </a:solidFill>
              </a:defRPr>
            </a:lvl5pPr>
            <a:lvl6pPr marL="0" indent="0" algn="ctr">
              <a:spcAft>
                <a:spcPts val="0"/>
              </a:spcAft>
              <a:buNone/>
              <a:defRPr b="1">
                <a:solidFill>
                  <a:schemeClr val="bg1"/>
                </a:solidFill>
              </a:defRPr>
            </a:lvl6pPr>
            <a:lvl7pPr marL="0" indent="0" algn="ctr">
              <a:spcAft>
                <a:spcPts val="0"/>
              </a:spcAft>
              <a:buFont typeface="Verdana" panose="020B0604030504040204" pitchFamily="34" charset="0"/>
              <a:buNone/>
              <a:defRPr b="1">
                <a:solidFill>
                  <a:schemeClr val="bg1"/>
                </a:solidFill>
              </a:defRPr>
            </a:lvl7pPr>
            <a:lvl8pPr marL="0" indent="0" algn="ctr">
              <a:spcAft>
                <a:spcPts val="0"/>
              </a:spcAft>
              <a:buFont typeface="Verdana" panose="020B0604030504040204" pitchFamily="34" charset="0"/>
              <a:buNone/>
              <a:defRPr b="1">
                <a:solidFill>
                  <a:schemeClr val="bg1"/>
                </a:solidFill>
              </a:defRPr>
            </a:lvl8pPr>
            <a:lvl9pPr marL="0" indent="0" algn="ctr">
              <a:spcAft>
                <a:spcPts val="0"/>
              </a:spcAft>
              <a:buFont typeface="Verdana" panose="020B0604030504040204" pitchFamily="34" charset="0"/>
              <a:buNone/>
              <a:defRPr b="1">
                <a:solidFill>
                  <a:schemeClr val="bg1"/>
                </a:solidFill>
              </a:defRPr>
            </a:lvl9pPr>
          </a:lstStyle>
          <a:p>
            <a:pPr lvl="0"/>
            <a:r>
              <a:rPr lang="de-DE" dirty="0"/>
              <a:t>Textfeld</a:t>
            </a:r>
          </a:p>
        </p:txBody>
      </p:sp>
      <p:sp>
        <p:nvSpPr>
          <p:cNvPr id="6" name="Textplatzhalter">
            <a:extLst>
              <a:ext uri="{FF2B5EF4-FFF2-40B4-BE49-F238E27FC236}">
                <a16:creationId xmlns:a16="http://schemas.microsoft.com/office/drawing/2014/main" id="{DF347723-CB3B-4C27-E9AF-1DC87653362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42783" y="1341437"/>
            <a:ext cx="2588113" cy="545217"/>
          </a:xfrm>
          <a:gradFill>
            <a:gsLst>
              <a:gs pos="50000">
                <a:srgbClr val="E86240"/>
              </a:gs>
              <a:gs pos="0">
                <a:srgbClr val="6ABFA2"/>
              </a:gs>
              <a:gs pos="100000">
                <a:srgbClr val="E30613"/>
              </a:gs>
            </a:gsLst>
            <a:lin ang="4200000" scaled="0"/>
          </a:gradFill>
        </p:spPr>
        <p:txBody>
          <a:bodyPr lIns="144000" tIns="0" rIns="108000" anchor="ctr" anchorCtr="0"/>
          <a:lstStyle>
            <a:lvl1pPr marL="0" indent="0" algn="l">
              <a:spcAft>
                <a:spcPts val="0"/>
              </a:spcAft>
              <a:buFont typeface="Verdana" panose="020B0604030504040204" pitchFamily="34" charset="0"/>
              <a:buNone/>
              <a:defRPr b="1">
                <a:solidFill>
                  <a:schemeClr val="bg1"/>
                </a:solidFill>
              </a:defRPr>
            </a:lvl1pPr>
            <a:lvl2pPr marL="0" indent="0" algn="ctr">
              <a:spcAft>
                <a:spcPts val="0"/>
              </a:spcAft>
              <a:buFont typeface="Verdana" panose="020B0604030504040204" pitchFamily="34" charset="0"/>
              <a:buNone/>
              <a:defRPr b="1">
                <a:solidFill>
                  <a:schemeClr val="bg1"/>
                </a:solidFill>
              </a:defRPr>
            </a:lvl2pPr>
            <a:lvl3pPr marL="0" indent="0" algn="ctr">
              <a:spcAft>
                <a:spcPts val="0"/>
              </a:spcAft>
              <a:buNone/>
              <a:defRPr b="1">
                <a:solidFill>
                  <a:schemeClr val="bg1"/>
                </a:solidFill>
              </a:defRPr>
            </a:lvl3pPr>
            <a:lvl4pPr marL="0" indent="0" algn="ctr">
              <a:spcAft>
                <a:spcPts val="0"/>
              </a:spcAft>
              <a:buNone/>
              <a:defRPr b="1">
                <a:solidFill>
                  <a:schemeClr val="bg1"/>
                </a:solidFill>
              </a:defRPr>
            </a:lvl4pPr>
            <a:lvl5pPr marL="0" indent="0" algn="ctr">
              <a:spcAft>
                <a:spcPts val="0"/>
              </a:spcAft>
              <a:buNone/>
              <a:defRPr b="1">
                <a:solidFill>
                  <a:schemeClr val="bg1"/>
                </a:solidFill>
              </a:defRPr>
            </a:lvl5pPr>
            <a:lvl6pPr marL="0" indent="0" algn="ctr">
              <a:spcAft>
                <a:spcPts val="0"/>
              </a:spcAft>
              <a:buNone/>
              <a:defRPr b="1">
                <a:solidFill>
                  <a:schemeClr val="bg1"/>
                </a:solidFill>
              </a:defRPr>
            </a:lvl6pPr>
            <a:lvl7pPr marL="0" indent="0" algn="ctr">
              <a:spcAft>
                <a:spcPts val="0"/>
              </a:spcAft>
              <a:buFont typeface="Verdana" panose="020B0604030504040204" pitchFamily="34" charset="0"/>
              <a:buNone/>
              <a:defRPr b="1">
                <a:solidFill>
                  <a:schemeClr val="bg1"/>
                </a:solidFill>
              </a:defRPr>
            </a:lvl7pPr>
            <a:lvl8pPr marL="0" indent="0" algn="ctr">
              <a:spcAft>
                <a:spcPts val="0"/>
              </a:spcAft>
              <a:buFont typeface="Verdana" panose="020B0604030504040204" pitchFamily="34" charset="0"/>
              <a:buNone/>
              <a:defRPr b="1">
                <a:solidFill>
                  <a:schemeClr val="bg1"/>
                </a:solidFill>
              </a:defRPr>
            </a:lvl8pPr>
            <a:lvl9pPr marL="0" indent="0" algn="ctr">
              <a:spcAft>
                <a:spcPts val="0"/>
              </a:spcAft>
              <a:buFont typeface="Verdana" panose="020B0604030504040204" pitchFamily="34" charset="0"/>
              <a:buNone/>
              <a:defRPr b="1">
                <a:solidFill>
                  <a:schemeClr val="bg1"/>
                </a:solidFill>
              </a:defRPr>
            </a:lvl9pPr>
          </a:lstStyle>
          <a:p>
            <a:pPr lvl="0"/>
            <a:r>
              <a:rPr lang="de-DE" dirty="0"/>
              <a:t>Textfeld</a:t>
            </a:r>
          </a:p>
        </p:txBody>
      </p:sp>
      <p:sp>
        <p:nvSpPr>
          <p:cNvPr id="7" name="Textplatzhalter">
            <a:extLst>
              <a:ext uri="{FF2B5EF4-FFF2-40B4-BE49-F238E27FC236}">
                <a16:creationId xmlns:a16="http://schemas.microsoft.com/office/drawing/2014/main" id="{8062F10D-BAB1-1582-3F72-ABACBA48EA6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42783" y="1997950"/>
            <a:ext cx="2588112" cy="4310773"/>
          </a:xfrm>
          <a:solidFill>
            <a:srgbClr val="E6E6E6"/>
          </a:solidFill>
        </p:spPr>
        <p:txBody>
          <a:bodyPr lIns="144000" tIns="108000" rIns="108000" bIns="108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de-DE" dirty="0"/>
              <a:t>Erste Ebene Fließtext // für Zwischenüberschrift und Aufzählung &gt;&gt; Menü &gt; Start &gt; Absatz &gt; Listenebene erhöhen 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endParaRPr lang="de-DE" dirty="0"/>
          </a:p>
        </p:txBody>
      </p:sp>
      <p:sp>
        <p:nvSpPr>
          <p:cNvPr id="9" name="Textplatzhalter">
            <a:extLst>
              <a:ext uri="{FF2B5EF4-FFF2-40B4-BE49-F238E27FC236}">
                <a16:creationId xmlns:a16="http://schemas.microsoft.com/office/drawing/2014/main" id="{4C633508-3F73-4CEB-F002-82045C98A7C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124463" y="1997950"/>
            <a:ext cx="2588112" cy="4310773"/>
          </a:xfrm>
          <a:solidFill>
            <a:srgbClr val="E6E6E6"/>
          </a:solidFill>
        </p:spPr>
        <p:txBody>
          <a:bodyPr lIns="144000" tIns="108000" rIns="108000" bIns="108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de-DE" dirty="0"/>
              <a:t>Erste Ebene Fließtext // für Zwischenüberschrift und Aufzählung &gt;&gt; Menü &gt; Start &gt; Absatz &gt; Listenebene erhöhen 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3" name="Dreieck 12">
            <a:extLst>
              <a:ext uri="{FF2B5EF4-FFF2-40B4-BE49-F238E27FC236}">
                <a16:creationId xmlns:a16="http://schemas.microsoft.com/office/drawing/2014/main" id="{C651DA70-79EC-4384-07F2-D6E09B010FFA}"/>
              </a:ext>
            </a:extLst>
          </p:cNvPr>
          <p:cNvSpPr/>
          <p:nvPr userDrawn="1"/>
        </p:nvSpPr>
        <p:spPr>
          <a:xfrm rot="5400000">
            <a:off x="2939146" y="3796285"/>
            <a:ext cx="548640" cy="165463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Dreieck 13">
            <a:extLst>
              <a:ext uri="{FF2B5EF4-FFF2-40B4-BE49-F238E27FC236}">
                <a16:creationId xmlns:a16="http://schemas.microsoft.com/office/drawing/2014/main" id="{BA93D9F3-8434-CAE4-5E90-69FC6DC3A66E}"/>
              </a:ext>
            </a:extLst>
          </p:cNvPr>
          <p:cNvSpPr/>
          <p:nvPr userDrawn="1"/>
        </p:nvSpPr>
        <p:spPr>
          <a:xfrm rot="5400000">
            <a:off x="5821679" y="3796285"/>
            <a:ext cx="548640" cy="165463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Dreieck 14">
            <a:extLst>
              <a:ext uri="{FF2B5EF4-FFF2-40B4-BE49-F238E27FC236}">
                <a16:creationId xmlns:a16="http://schemas.microsoft.com/office/drawing/2014/main" id="{439ECFA9-E7D0-66B2-88CD-E17AC4EAC6DF}"/>
              </a:ext>
            </a:extLst>
          </p:cNvPr>
          <p:cNvSpPr/>
          <p:nvPr userDrawn="1"/>
        </p:nvSpPr>
        <p:spPr>
          <a:xfrm rot="5400000">
            <a:off x="8704213" y="3796285"/>
            <a:ext cx="548640" cy="165463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8FF96F1D-49ED-8705-3B31-9B9D10C983CB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pPr algn="r"/>
            <a:fld id="{D3B3FA98-351C-4069-93F2-1ADBD2AD3E15}" type="datetime1">
              <a:rPr lang="de-DE" sz="1000" smtClean="0">
                <a:solidFill>
                  <a:srgbClr val="000000"/>
                </a:solidFill>
              </a:rPr>
              <a:t>05.01.2026</a:t>
            </a:fld>
            <a:endParaRPr lang="de-DE" sz="1000">
              <a:solidFill>
                <a:srgbClr val="000000"/>
              </a:solidFill>
            </a:endParaRPr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935B29B6-129D-A5BF-49B3-8BFEBC8530C7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de-DE"/>
              <a:t>Name, Bereich,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3652856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Bildbox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platzhalter">
            <a:extLst>
              <a:ext uri="{FF2B5EF4-FFF2-40B4-BE49-F238E27FC236}">
                <a16:creationId xmlns:a16="http://schemas.microsoft.com/office/drawing/2014/main" id="{4C5CA10F-89E7-491D-81EF-8E86B1D9A90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7793" y="3429000"/>
            <a:ext cx="3527213" cy="2876747"/>
          </a:xfrm>
          <a:solidFill>
            <a:srgbClr val="DAEFE8"/>
          </a:solidFill>
        </p:spPr>
        <p:txBody>
          <a:bodyPr lIns="144000" tIns="108000" rIns="108000" bIns="108000"/>
          <a:lstStyle/>
          <a:p>
            <a:pPr lvl="0"/>
            <a:r>
              <a:rPr lang="de-DE" dirty="0"/>
              <a:t>Erste Ebene Fließtext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</p:txBody>
      </p:sp>
      <p:sp>
        <p:nvSpPr>
          <p:cNvPr id="16" name="Textplatzhalter">
            <a:extLst>
              <a:ext uri="{FF2B5EF4-FFF2-40B4-BE49-F238E27FC236}">
                <a16:creationId xmlns:a16="http://schemas.microsoft.com/office/drawing/2014/main" id="{3D23014E-41B7-4683-B336-B490FED65C7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7793" y="1341438"/>
            <a:ext cx="3527213" cy="479999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anchor="ctr" anchorCtr="0"/>
          <a:lstStyle>
            <a:lvl1pPr marL="0" indent="0" algn="ctr">
              <a:spcAft>
                <a:spcPts val="0"/>
              </a:spcAft>
              <a:buFont typeface="Verdana" panose="020B0604030504040204" pitchFamily="34" charset="0"/>
              <a:buNone/>
              <a:defRPr b="1">
                <a:solidFill>
                  <a:schemeClr val="bg1"/>
                </a:solidFill>
              </a:defRPr>
            </a:lvl1pPr>
            <a:lvl2pPr marL="0" indent="0" algn="ctr">
              <a:spcAft>
                <a:spcPts val="0"/>
              </a:spcAft>
              <a:buFont typeface="Verdana" panose="020B0604030504040204" pitchFamily="34" charset="0"/>
              <a:buNone/>
              <a:defRPr b="1">
                <a:solidFill>
                  <a:schemeClr val="bg1"/>
                </a:solidFill>
              </a:defRPr>
            </a:lvl2pPr>
            <a:lvl3pPr marL="0" indent="0" algn="ctr">
              <a:spcAft>
                <a:spcPts val="0"/>
              </a:spcAft>
              <a:buNone/>
              <a:defRPr b="1">
                <a:solidFill>
                  <a:schemeClr val="bg1"/>
                </a:solidFill>
              </a:defRPr>
            </a:lvl3pPr>
            <a:lvl4pPr marL="0" indent="0" algn="ctr">
              <a:spcAft>
                <a:spcPts val="0"/>
              </a:spcAft>
              <a:buNone/>
              <a:defRPr b="1">
                <a:solidFill>
                  <a:schemeClr val="bg1"/>
                </a:solidFill>
              </a:defRPr>
            </a:lvl4pPr>
            <a:lvl5pPr marL="0" indent="0" algn="ctr">
              <a:spcAft>
                <a:spcPts val="0"/>
              </a:spcAft>
              <a:buNone/>
              <a:defRPr b="1">
                <a:solidFill>
                  <a:schemeClr val="bg1"/>
                </a:solidFill>
              </a:defRPr>
            </a:lvl5pPr>
            <a:lvl6pPr marL="0" indent="0" algn="ctr">
              <a:spcAft>
                <a:spcPts val="0"/>
              </a:spcAft>
              <a:buNone/>
              <a:defRPr b="1">
                <a:solidFill>
                  <a:schemeClr val="bg1"/>
                </a:solidFill>
              </a:defRPr>
            </a:lvl6pPr>
            <a:lvl7pPr marL="0" indent="0" algn="ctr">
              <a:spcAft>
                <a:spcPts val="0"/>
              </a:spcAft>
              <a:buFont typeface="Verdana" panose="020B0604030504040204" pitchFamily="34" charset="0"/>
              <a:buNone/>
              <a:defRPr b="1">
                <a:solidFill>
                  <a:schemeClr val="bg1"/>
                </a:solidFill>
              </a:defRPr>
            </a:lvl7pPr>
            <a:lvl8pPr marL="0" indent="0" algn="ctr">
              <a:spcAft>
                <a:spcPts val="0"/>
              </a:spcAft>
              <a:buFont typeface="Verdana" panose="020B0604030504040204" pitchFamily="34" charset="0"/>
              <a:buNone/>
              <a:defRPr b="1">
                <a:solidFill>
                  <a:schemeClr val="bg1"/>
                </a:solidFill>
              </a:defRPr>
            </a:lvl8pPr>
            <a:lvl9pPr marL="0" indent="0" algn="ctr">
              <a:spcAft>
                <a:spcPts val="0"/>
              </a:spcAft>
              <a:buFont typeface="Verdana" panose="020B0604030504040204" pitchFamily="34" charset="0"/>
              <a:buNone/>
              <a:defRPr b="1">
                <a:solidFill>
                  <a:schemeClr val="bg1"/>
                </a:solidFill>
              </a:defRPr>
            </a:lvl9pPr>
          </a:lstStyle>
          <a:p>
            <a:pPr lvl="0"/>
            <a:r>
              <a:rPr lang="de-DE" dirty="0"/>
              <a:t>Textfeld</a:t>
            </a:r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0F6D4BEE-016A-4165-A8A9-C4A35324B3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Headline</a:t>
            </a:r>
          </a:p>
        </p:txBody>
      </p:sp>
      <p:sp>
        <p:nvSpPr>
          <p:cNvPr id="9" name="Bildplatzhalter 8">
            <a:extLst>
              <a:ext uri="{FF2B5EF4-FFF2-40B4-BE49-F238E27FC236}">
                <a16:creationId xmlns:a16="http://schemas.microsoft.com/office/drawing/2014/main" id="{5C904031-D22F-43E4-AC5D-0AB2B678F70F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79425" y="1977412"/>
            <a:ext cx="3527213" cy="1454401"/>
          </a:xfrm>
          <a:solidFill>
            <a:srgbClr val="E6E6E6"/>
          </a:solidFill>
        </p:spPr>
        <p:txBody>
          <a:bodyPr/>
          <a:lstStyle>
            <a:lvl1pPr algn="ctr">
              <a:defRPr/>
            </a:lvl1pPr>
          </a:lstStyle>
          <a:p>
            <a:r>
              <a:rPr lang="de-DE" dirty="0"/>
              <a:t>Bild einfügen</a:t>
            </a:r>
          </a:p>
        </p:txBody>
      </p:sp>
      <p:sp>
        <p:nvSpPr>
          <p:cNvPr id="22" name="Textplatzhalter">
            <a:extLst>
              <a:ext uri="{FF2B5EF4-FFF2-40B4-BE49-F238E27FC236}">
                <a16:creationId xmlns:a16="http://schemas.microsoft.com/office/drawing/2014/main" id="{053D4F5A-868D-4CA1-A8D7-6535259A2E1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31602" y="3429000"/>
            <a:ext cx="3527213" cy="2879725"/>
          </a:xfrm>
          <a:solidFill>
            <a:srgbClr val="DAEFE8"/>
          </a:solidFill>
        </p:spPr>
        <p:txBody>
          <a:bodyPr lIns="144000" tIns="108000" rIns="108000" bIns="108000"/>
          <a:lstStyle/>
          <a:p>
            <a:pPr lvl="0"/>
            <a:r>
              <a:rPr lang="de-DE" dirty="0"/>
              <a:t>Erste Ebene Fließtext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</p:txBody>
      </p:sp>
      <p:sp>
        <p:nvSpPr>
          <p:cNvPr id="23" name="Bildplatzhalter 8">
            <a:extLst>
              <a:ext uri="{FF2B5EF4-FFF2-40B4-BE49-F238E27FC236}">
                <a16:creationId xmlns:a16="http://schemas.microsoft.com/office/drawing/2014/main" id="{88F5B469-ABAF-4CD7-9FC9-73269AF25771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4332394" y="1977412"/>
            <a:ext cx="3526422" cy="1454401"/>
          </a:xfrm>
          <a:solidFill>
            <a:srgbClr val="E6E6E6"/>
          </a:solidFill>
        </p:spPr>
        <p:txBody>
          <a:bodyPr/>
          <a:lstStyle>
            <a:lvl1pPr algn="ctr">
              <a:defRPr/>
            </a:lvl1pPr>
          </a:lstStyle>
          <a:p>
            <a:r>
              <a:rPr lang="de-DE" dirty="0"/>
              <a:t>Bild einfügen</a:t>
            </a:r>
          </a:p>
        </p:txBody>
      </p:sp>
      <p:sp>
        <p:nvSpPr>
          <p:cNvPr id="24" name="Textplatzhalter">
            <a:extLst>
              <a:ext uri="{FF2B5EF4-FFF2-40B4-BE49-F238E27FC236}">
                <a16:creationId xmlns:a16="http://schemas.microsoft.com/office/drawing/2014/main" id="{5C818600-A873-458E-B80B-DE2EC198362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85410" y="3429000"/>
            <a:ext cx="3527213" cy="2879725"/>
          </a:xfrm>
          <a:solidFill>
            <a:srgbClr val="DAEFE8"/>
          </a:solidFill>
        </p:spPr>
        <p:txBody>
          <a:bodyPr lIns="144000" tIns="108000" rIns="108000" bIns="108000"/>
          <a:lstStyle/>
          <a:p>
            <a:pPr lvl="0"/>
            <a:r>
              <a:rPr lang="de-DE" dirty="0"/>
              <a:t>Erste Ebene Fließtext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</p:txBody>
      </p:sp>
      <p:sp>
        <p:nvSpPr>
          <p:cNvPr id="25" name="Bildplatzhalter 8">
            <a:extLst>
              <a:ext uri="{FF2B5EF4-FFF2-40B4-BE49-F238E27FC236}">
                <a16:creationId xmlns:a16="http://schemas.microsoft.com/office/drawing/2014/main" id="{BFB98D2F-2293-4EE0-AE11-4AEE8E48556F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8185411" y="1977412"/>
            <a:ext cx="3527213" cy="1454401"/>
          </a:xfrm>
          <a:solidFill>
            <a:srgbClr val="E6E6E6"/>
          </a:solidFill>
        </p:spPr>
        <p:txBody>
          <a:bodyPr/>
          <a:lstStyle>
            <a:lvl1pPr algn="ctr">
              <a:defRPr/>
            </a:lvl1pPr>
          </a:lstStyle>
          <a:p>
            <a:r>
              <a:rPr lang="de-DE" dirty="0"/>
              <a:t>Bild einfügen</a:t>
            </a:r>
          </a:p>
        </p:txBody>
      </p:sp>
      <p:sp>
        <p:nvSpPr>
          <p:cNvPr id="29" name="Textplatzhalter">
            <a:extLst>
              <a:ext uri="{FF2B5EF4-FFF2-40B4-BE49-F238E27FC236}">
                <a16:creationId xmlns:a16="http://schemas.microsoft.com/office/drawing/2014/main" id="{5777D5DF-F9DD-48F5-A909-A6B9BFA79AC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331603" y="1341436"/>
            <a:ext cx="3526422" cy="479999"/>
          </a:xfr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anchor="ctr" anchorCtr="0"/>
          <a:lstStyle>
            <a:lvl1pPr marL="0" indent="0" algn="ctr">
              <a:spcAft>
                <a:spcPts val="0"/>
              </a:spcAft>
              <a:buFont typeface="Verdana" panose="020B0604030504040204" pitchFamily="34" charset="0"/>
              <a:buNone/>
              <a:defRPr b="1">
                <a:solidFill>
                  <a:schemeClr val="bg1"/>
                </a:solidFill>
              </a:defRPr>
            </a:lvl1pPr>
            <a:lvl2pPr marL="0" indent="0" algn="ctr">
              <a:spcAft>
                <a:spcPts val="0"/>
              </a:spcAft>
              <a:buFont typeface="Verdana" panose="020B0604030504040204" pitchFamily="34" charset="0"/>
              <a:buNone/>
              <a:defRPr b="1">
                <a:solidFill>
                  <a:schemeClr val="bg1"/>
                </a:solidFill>
              </a:defRPr>
            </a:lvl2pPr>
            <a:lvl3pPr marL="0" indent="0" algn="ctr">
              <a:spcAft>
                <a:spcPts val="0"/>
              </a:spcAft>
              <a:buNone/>
              <a:defRPr b="1">
                <a:solidFill>
                  <a:schemeClr val="bg1"/>
                </a:solidFill>
              </a:defRPr>
            </a:lvl3pPr>
            <a:lvl4pPr marL="0" indent="0" algn="ctr">
              <a:spcAft>
                <a:spcPts val="0"/>
              </a:spcAft>
              <a:buNone/>
              <a:defRPr b="1">
                <a:solidFill>
                  <a:schemeClr val="bg1"/>
                </a:solidFill>
              </a:defRPr>
            </a:lvl4pPr>
            <a:lvl5pPr marL="0" indent="0" algn="ctr">
              <a:spcAft>
                <a:spcPts val="0"/>
              </a:spcAft>
              <a:buNone/>
              <a:defRPr b="1">
                <a:solidFill>
                  <a:schemeClr val="bg1"/>
                </a:solidFill>
              </a:defRPr>
            </a:lvl5pPr>
            <a:lvl6pPr marL="0" indent="0" algn="ctr">
              <a:spcAft>
                <a:spcPts val="0"/>
              </a:spcAft>
              <a:buNone/>
              <a:defRPr b="1">
                <a:solidFill>
                  <a:schemeClr val="bg1"/>
                </a:solidFill>
              </a:defRPr>
            </a:lvl6pPr>
            <a:lvl7pPr marL="0" indent="0" algn="ctr">
              <a:spcAft>
                <a:spcPts val="0"/>
              </a:spcAft>
              <a:buFont typeface="Verdana" panose="020B0604030504040204" pitchFamily="34" charset="0"/>
              <a:buNone/>
              <a:defRPr b="1">
                <a:solidFill>
                  <a:schemeClr val="bg1"/>
                </a:solidFill>
              </a:defRPr>
            </a:lvl7pPr>
            <a:lvl8pPr marL="0" indent="0" algn="ctr">
              <a:spcAft>
                <a:spcPts val="0"/>
              </a:spcAft>
              <a:buFont typeface="Verdana" panose="020B0604030504040204" pitchFamily="34" charset="0"/>
              <a:buNone/>
              <a:defRPr b="1">
                <a:solidFill>
                  <a:schemeClr val="bg1"/>
                </a:solidFill>
              </a:defRPr>
            </a:lvl8pPr>
            <a:lvl9pPr marL="0" indent="0" algn="ctr">
              <a:spcAft>
                <a:spcPts val="0"/>
              </a:spcAft>
              <a:buFont typeface="Verdana" panose="020B0604030504040204" pitchFamily="34" charset="0"/>
              <a:buNone/>
              <a:defRPr b="1">
                <a:solidFill>
                  <a:schemeClr val="bg1"/>
                </a:solidFill>
              </a:defRPr>
            </a:lvl9pPr>
          </a:lstStyle>
          <a:p>
            <a:pPr lvl="0"/>
            <a:r>
              <a:rPr lang="de-DE" dirty="0"/>
              <a:t>Textfeld</a:t>
            </a:r>
          </a:p>
        </p:txBody>
      </p:sp>
      <p:sp>
        <p:nvSpPr>
          <p:cNvPr id="31" name="Textplatzhalter">
            <a:extLst>
              <a:ext uri="{FF2B5EF4-FFF2-40B4-BE49-F238E27FC236}">
                <a16:creationId xmlns:a16="http://schemas.microsoft.com/office/drawing/2014/main" id="{5EB3E08F-C596-4879-BE10-50A1A9A067B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184623" y="1341437"/>
            <a:ext cx="3528002" cy="479999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anchor="ctr" anchorCtr="0"/>
          <a:lstStyle>
            <a:lvl1pPr marL="0" indent="0" algn="ctr">
              <a:spcAft>
                <a:spcPts val="0"/>
              </a:spcAft>
              <a:buFont typeface="Verdana" panose="020B0604030504040204" pitchFamily="34" charset="0"/>
              <a:buNone/>
              <a:defRPr b="1">
                <a:solidFill>
                  <a:schemeClr val="bg1"/>
                </a:solidFill>
              </a:defRPr>
            </a:lvl1pPr>
            <a:lvl2pPr marL="0" indent="0" algn="ctr">
              <a:spcAft>
                <a:spcPts val="0"/>
              </a:spcAft>
              <a:buFont typeface="Verdana" panose="020B0604030504040204" pitchFamily="34" charset="0"/>
              <a:buNone/>
              <a:defRPr b="1">
                <a:solidFill>
                  <a:schemeClr val="bg1"/>
                </a:solidFill>
              </a:defRPr>
            </a:lvl2pPr>
            <a:lvl3pPr marL="0" indent="0" algn="ctr">
              <a:spcAft>
                <a:spcPts val="0"/>
              </a:spcAft>
              <a:buNone/>
              <a:defRPr b="1">
                <a:solidFill>
                  <a:schemeClr val="bg1"/>
                </a:solidFill>
              </a:defRPr>
            </a:lvl3pPr>
            <a:lvl4pPr marL="0" indent="0" algn="ctr">
              <a:spcAft>
                <a:spcPts val="0"/>
              </a:spcAft>
              <a:buNone/>
              <a:defRPr b="1">
                <a:solidFill>
                  <a:schemeClr val="bg1"/>
                </a:solidFill>
              </a:defRPr>
            </a:lvl4pPr>
            <a:lvl5pPr marL="0" indent="0" algn="ctr">
              <a:spcAft>
                <a:spcPts val="0"/>
              </a:spcAft>
              <a:buNone/>
              <a:defRPr b="1">
                <a:solidFill>
                  <a:schemeClr val="bg1"/>
                </a:solidFill>
              </a:defRPr>
            </a:lvl5pPr>
            <a:lvl6pPr marL="0" indent="0" algn="ctr">
              <a:spcAft>
                <a:spcPts val="0"/>
              </a:spcAft>
              <a:buNone/>
              <a:defRPr b="1">
                <a:solidFill>
                  <a:schemeClr val="bg1"/>
                </a:solidFill>
              </a:defRPr>
            </a:lvl6pPr>
            <a:lvl7pPr marL="0" indent="0" algn="ctr">
              <a:spcAft>
                <a:spcPts val="0"/>
              </a:spcAft>
              <a:buFont typeface="Verdana" panose="020B0604030504040204" pitchFamily="34" charset="0"/>
              <a:buNone/>
              <a:defRPr b="1">
                <a:solidFill>
                  <a:schemeClr val="bg1"/>
                </a:solidFill>
              </a:defRPr>
            </a:lvl7pPr>
            <a:lvl8pPr marL="0" indent="0" algn="ctr">
              <a:spcAft>
                <a:spcPts val="0"/>
              </a:spcAft>
              <a:buFont typeface="Verdana" panose="020B0604030504040204" pitchFamily="34" charset="0"/>
              <a:buNone/>
              <a:defRPr b="1">
                <a:solidFill>
                  <a:schemeClr val="bg1"/>
                </a:solidFill>
              </a:defRPr>
            </a:lvl8pPr>
            <a:lvl9pPr marL="0" indent="0" algn="ctr">
              <a:spcAft>
                <a:spcPts val="0"/>
              </a:spcAft>
              <a:buFont typeface="Verdana" panose="020B0604030504040204" pitchFamily="34" charset="0"/>
              <a:buNone/>
              <a:defRPr b="1">
                <a:solidFill>
                  <a:schemeClr val="bg1"/>
                </a:solidFill>
              </a:defRPr>
            </a:lvl9pPr>
          </a:lstStyle>
          <a:p>
            <a:pPr lvl="0"/>
            <a:r>
              <a:rPr lang="de-DE" dirty="0"/>
              <a:t>Textfeld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6CE7C21-81EA-6770-4CD7-EF2145E6DA90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087158B1-A480-4390-8402-7A80A3BAEC4B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8DA5FC0-4625-BDB2-3999-FF6164C61454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pPr algn="r"/>
            <a:fld id="{D045C0F4-5F24-4ABE-8CFC-0D68E0B35CEA}" type="datetime1">
              <a:rPr lang="de-DE" sz="1000" smtClean="0">
                <a:solidFill>
                  <a:srgbClr val="000000"/>
                </a:solidFill>
              </a:rPr>
              <a:t>05.01.2026</a:t>
            </a:fld>
            <a:endParaRPr lang="de-DE" sz="1000">
              <a:solidFill>
                <a:srgbClr val="000000"/>
              </a:solidFill>
            </a:endParaRP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DF2E969-A6FC-86B3-12A2-E2527B23B456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r>
              <a:rPr lang="de-DE"/>
              <a:t>Name, Bereich,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980704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+ Textbox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">
            <a:extLst>
              <a:ext uri="{FF2B5EF4-FFF2-40B4-BE49-F238E27FC236}">
                <a16:creationId xmlns:a16="http://schemas.microsoft.com/office/drawing/2014/main" id="{0F6D4BEE-016A-4165-A8A9-C4A35324B3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Headline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2FB6093-D43D-B111-69FC-301475E5B0F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87158B1-A480-4390-8402-7A80A3BAEC4B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27A5248-1F36-8CF6-BDB9-5469B1C7D66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79425" y="1341438"/>
            <a:ext cx="8099310" cy="496728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Textplatzhalter">
            <a:extLst>
              <a:ext uri="{FF2B5EF4-FFF2-40B4-BE49-F238E27FC236}">
                <a16:creationId xmlns:a16="http://schemas.microsoft.com/office/drawing/2014/main" id="{D6DE4044-07E2-3546-919D-169406B75E6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728176" y="1341438"/>
            <a:ext cx="2984399" cy="4967287"/>
          </a:xfrm>
          <a:solidFill>
            <a:srgbClr val="DAEFE8"/>
          </a:solidFill>
        </p:spPr>
        <p:txBody>
          <a:bodyPr lIns="144000" tIns="108000" rIns="108000" bIns="108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de-DE" dirty="0"/>
              <a:t>Erste Ebene Fließtext // für Zwischenüberschrift und Aufzählung &gt;&gt; Menü &gt; Start &gt; Absatz &gt; Listenebene erhöhen 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97CEDFC-0B0B-044C-74AE-874C30E8E707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pPr algn="r"/>
            <a:fld id="{A59C70C8-650F-4928-B4AE-6B97CBE72802}" type="datetime1">
              <a:rPr lang="de-DE" sz="1000" smtClean="0">
                <a:solidFill>
                  <a:srgbClr val="000000"/>
                </a:solidFill>
              </a:rPr>
              <a:t>05.01.2026</a:t>
            </a:fld>
            <a:endParaRPr lang="de-DE" sz="1000">
              <a:solidFill>
                <a:srgbClr val="000000"/>
              </a:solidFill>
            </a:endParaRPr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D7D8767-3A9B-C928-2F31-2951C79F5666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de-DE"/>
              <a:t>Name, Bereich,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775053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+ Textbox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">
            <a:extLst>
              <a:ext uri="{FF2B5EF4-FFF2-40B4-BE49-F238E27FC236}">
                <a16:creationId xmlns:a16="http://schemas.microsoft.com/office/drawing/2014/main" id="{0F6D4BEE-016A-4165-A8A9-C4A35324B3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7794" y="225426"/>
            <a:ext cx="9600000" cy="758856"/>
          </a:xfrm>
        </p:spPr>
        <p:txBody>
          <a:bodyPr/>
          <a:lstStyle/>
          <a:p>
            <a:r>
              <a:rPr lang="de-DE" dirty="0"/>
              <a:t>Headline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2FB6093-D43D-B111-69FC-301475E5B0F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87158B1-A480-4390-8402-7A80A3BAEC4B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27A5248-1F36-8CF6-BDB9-5469B1C7D66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613265" y="1341438"/>
            <a:ext cx="8099310" cy="496728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Textplatzhalter">
            <a:extLst>
              <a:ext uri="{FF2B5EF4-FFF2-40B4-BE49-F238E27FC236}">
                <a16:creationId xmlns:a16="http://schemas.microsoft.com/office/drawing/2014/main" id="{D6DE4044-07E2-3546-919D-169406B75E6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77794" y="1341438"/>
            <a:ext cx="2984399" cy="4967287"/>
          </a:xfrm>
          <a:solidFill>
            <a:srgbClr val="DAEFE8"/>
          </a:solidFill>
        </p:spPr>
        <p:txBody>
          <a:bodyPr lIns="144000" tIns="108000" rIns="108000" bIns="108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de-DE" dirty="0"/>
              <a:t>Erste Ebene Fließtext // für Zwischenüberschrift und Aufzählung &gt;&gt; Menü &gt; Start &gt; Absatz &gt; Listenebene erhöhen 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CA8A41A-1AF3-0FE7-A768-4B72C27C6259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pPr algn="r"/>
            <a:fld id="{38A01827-22D3-493C-BE91-092165891F92}" type="datetime1">
              <a:rPr lang="de-DE" sz="1000" smtClean="0">
                <a:solidFill>
                  <a:srgbClr val="000000"/>
                </a:solidFill>
              </a:rPr>
              <a:t>05.01.2026</a:t>
            </a:fld>
            <a:endParaRPr lang="de-DE" sz="1000">
              <a:solidFill>
                <a:srgbClr val="000000"/>
              </a:solidFill>
            </a:endParaRPr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2D4A788F-7596-6775-FE17-D93C12D2E364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de-DE"/>
              <a:t>Name, Bereich,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4099156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">
            <a:extLst>
              <a:ext uri="{FF2B5EF4-FFF2-40B4-BE49-F238E27FC236}">
                <a16:creationId xmlns:a16="http://schemas.microsoft.com/office/drawing/2014/main" id="{0F6D4BEE-016A-4165-A8A9-C4A35324B3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Headline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2FB6093-D43D-B111-69FC-301475E5B0F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87158B1-A480-4390-8402-7A80A3BAEC4B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Textplatzhalter">
            <a:extLst>
              <a:ext uri="{FF2B5EF4-FFF2-40B4-BE49-F238E27FC236}">
                <a16:creationId xmlns:a16="http://schemas.microsoft.com/office/drawing/2014/main" id="{9AFEB8C5-C484-2486-FAE9-5488A7F4400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7793" y="1341439"/>
            <a:ext cx="11234782" cy="4967286"/>
          </a:xfrm>
          <a:solidFill>
            <a:srgbClr val="DAEFE8"/>
          </a:solidFill>
        </p:spPr>
        <p:txBody>
          <a:bodyPr lIns="360000" tIns="0" rIns="360000" bIns="2520000" anchor="b"/>
          <a:lstStyle>
            <a:lvl1pPr>
              <a:lnSpc>
                <a:spcPct val="100000"/>
              </a:lnSpc>
              <a:defRPr sz="2800" b="1"/>
            </a:lvl1pPr>
            <a:lvl2pPr>
              <a:defRPr sz="2133"/>
            </a:lvl2pPr>
            <a:lvl3pPr>
              <a:defRPr sz="2133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Textplatzhalter">
            <a:extLst>
              <a:ext uri="{FF2B5EF4-FFF2-40B4-BE49-F238E27FC236}">
                <a16:creationId xmlns:a16="http://schemas.microsoft.com/office/drawing/2014/main" id="{EB0B7EED-CD4C-10AC-DEC8-B63E2464EB0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79425" y="4112139"/>
            <a:ext cx="7372040" cy="376931"/>
          </a:xfrm>
        </p:spPr>
        <p:txBody>
          <a:bodyPr lIns="360000"/>
          <a:lstStyle>
            <a:lvl1pPr>
              <a:lnSpc>
                <a:spcPct val="100000"/>
              </a:lnSpc>
              <a:defRPr sz="1600" b="0"/>
            </a:lvl1pPr>
            <a:lvl2pPr>
              <a:defRPr sz="2133"/>
            </a:lvl2pPr>
            <a:lvl3pPr>
              <a:defRPr sz="2133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6E2623F3-6206-4443-ADB3-7C7AD80B7432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pPr algn="r"/>
            <a:fld id="{65B59E8E-FB9D-4890-9668-CEB993097823}" type="datetime1">
              <a:rPr lang="de-DE" sz="1000" smtClean="0">
                <a:solidFill>
                  <a:srgbClr val="000000"/>
                </a:solidFill>
              </a:rPr>
              <a:t>05.01.2026</a:t>
            </a:fld>
            <a:endParaRPr lang="de-DE" sz="1000">
              <a:solidFill>
                <a:srgbClr val="000000"/>
              </a:solidFill>
            </a:endParaRPr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DFC457C6-E288-EE8F-39B0-628B23AC7AAB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de-DE"/>
              <a:t>Name, Bereich,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367319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">
            <a:extLst>
              <a:ext uri="{FF2B5EF4-FFF2-40B4-BE49-F238E27FC236}">
                <a16:creationId xmlns:a16="http://schemas.microsoft.com/office/drawing/2014/main" id="{0F6D4BEE-016A-4165-A8A9-C4A35324B3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Headline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2FB6093-D43D-B111-69FC-301475E5B0F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87158B1-A480-4390-8402-7A80A3BAEC4B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Textplatzhalter">
            <a:extLst>
              <a:ext uri="{FF2B5EF4-FFF2-40B4-BE49-F238E27FC236}">
                <a16:creationId xmlns:a16="http://schemas.microsoft.com/office/drawing/2014/main" id="{9AFEB8C5-C484-2486-FAE9-5488A7F4400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7793" y="1341439"/>
            <a:ext cx="11234782" cy="4967286"/>
          </a:xfrm>
          <a:solidFill>
            <a:srgbClr val="DAEFE8"/>
          </a:solidFill>
        </p:spPr>
        <p:txBody>
          <a:bodyPr lIns="1440000" tIns="0" rIns="1440000" bIns="2520000" anchor="b"/>
          <a:lstStyle>
            <a:lvl1pPr>
              <a:lnSpc>
                <a:spcPct val="100000"/>
              </a:lnSpc>
              <a:defRPr sz="2800" b="1"/>
            </a:lvl1pPr>
            <a:lvl2pPr>
              <a:defRPr sz="2133"/>
            </a:lvl2pPr>
            <a:lvl3pPr>
              <a:defRPr sz="2133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Textplatzhalter">
            <a:extLst>
              <a:ext uri="{FF2B5EF4-FFF2-40B4-BE49-F238E27FC236}">
                <a16:creationId xmlns:a16="http://schemas.microsoft.com/office/drawing/2014/main" id="{EB0B7EED-CD4C-10AC-DEC8-B63E2464EB0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79425" y="4112139"/>
            <a:ext cx="7372040" cy="376931"/>
          </a:xfrm>
        </p:spPr>
        <p:txBody>
          <a:bodyPr lIns="1440000"/>
          <a:lstStyle>
            <a:lvl1pPr>
              <a:lnSpc>
                <a:spcPct val="100000"/>
              </a:lnSpc>
              <a:defRPr sz="1600" b="0"/>
            </a:lvl1pPr>
            <a:lvl2pPr>
              <a:defRPr sz="2133"/>
            </a:lvl2pPr>
            <a:lvl3pPr>
              <a:defRPr sz="2133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A78C5583-134E-2C21-E240-839016ABAAD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03570" y="3130864"/>
            <a:ext cx="860400" cy="810000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>
              <a:defRPr sz="100"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0" name="Textplatzhalter 8">
            <a:extLst>
              <a:ext uri="{FF2B5EF4-FFF2-40B4-BE49-F238E27FC236}">
                <a16:creationId xmlns:a16="http://schemas.microsoft.com/office/drawing/2014/main" id="{D2DB38EB-0F33-E687-B707-0A1F0B4B4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 rot="10800000">
            <a:off x="10428030" y="3130864"/>
            <a:ext cx="860400" cy="810000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>
              <a:defRPr sz="100"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7A2632F7-A247-7814-CA6F-8D5CC068E8A4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pPr algn="r"/>
            <a:fld id="{B93E78FE-EA86-4ED4-A42C-B7A2248BA43E}" type="datetime1">
              <a:rPr lang="de-DE" sz="1000" smtClean="0">
                <a:solidFill>
                  <a:srgbClr val="000000"/>
                </a:solidFill>
              </a:rPr>
              <a:t>05.01.2026</a:t>
            </a:fld>
            <a:endParaRPr lang="de-DE" sz="1000">
              <a:solidFill>
                <a:srgbClr val="000000"/>
              </a:solidFill>
            </a:endParaRPr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2DE14BAB-0018-D4F3-8AEE-9E0445A07487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de-DE"/>
              <a:t>Name, Bereich,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020485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">
            <a:extLst>
              <a:ext uri="{FF2B5EF4-FFF2-40B4-BE49-F238E27FC236}">
                <a16:creationId xmlns:a16="http://schemas.microsoft.com/office/drawing/2014/main" id="{0F6D4BEE-016A-4165-A8A9-C4A35324B3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Headline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2FB6093-D43D-B111-69FC-301475E5B0F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87158B1-A480-4390-8402-7A80A3BAEC4B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Textplatzhalter">
            <a:extLst>
              <a:ext uri="{FF2B5EF4-FFF2-40B4-BE49-F238E27FC236}">
                <a16:creationId xmlns:a16="http://schemas.microsoft.com/office/drawing/2014/main" id="{9AFEB8C5-C484-2486-FAE9-5488A7F4400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7793" y="1341439"/>
            <a:ext cx="11234782" cy="4967286"/>
          </a:xfrm>
          <a:solidFill>
            <a:srgbClr val="40958F"/>
          </a:solidFill>
        </p:spPr>
        <p:txBody>
          <a:bodyPr lIns="1440000" tIns="0" rIns="1440000" bIns="2520000" anchor="b"/>
          <a:lstStyle>
            <a:lvl1pPr>
              <a:lnSpc>
                <a:spcPct val="100000"/>
              </a:lnSpc>
              <a:defRPr sz="2800" b="1">
                <a:solidFill>
                  <a:schemeClr val="bg1"/>
                </a:solidFill>
              </a:defRPr>
            </a:lvl1pPr>
            <a:lvl2pPr>
              <a:defRPr sz="2133"/>
            </a:lvl2pPr>
            <a:lvl3pPr>
              <a:defRPr sz="2133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Textplatzhalter">
            <a:extLst>
              <a:ext uri="{FF2B5EF4-FFF2-40B4-BE49-F238E27FC236}">
                <a16:creationId xmlns:a16="http://schemas.microsoft.com/office/drawing/2014/main" id="{EB0B7EED-CD4C-10AC-DEC8-B63E2464EB0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79425" y="4112139"/>
            <a:ext cx="7372040" cy="376931"/>
          </a:xfrm>
        </p:spPr>
        <p:txBody>
          <a:bodyPr lIns="1440000"/>
          <a:lstStyle>
            <a:lvl1pPr>
              <a:lnSpc>
                <a:spcPct val="100000"/>
              </a:lnSpc>
              <a:defRPr sz="1600" b="0">
                <a:solidFill>
                  <a:schemeClr val="bg1"/>
                </a:solidFill>
              </a:defRPr>
            </a:lvl1pPr>
            <a:lvl2pPr>
              <a:defRPr sz="2133"/>
            </a:lvl2pPr>
            <a:lvl3pPr>
              <a:defRPr sz="2133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A78C5583-134E-2C21-E240-839016ABAAD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03570" y="3130864"/>
            <a:ext cx="860400" cy="810000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>
              <a:defRPr sz="100"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0" name="Textplatzhalter 8">
            <a:extLst>
              <a:ext uri="{FF2B5EF4-FFF2-40B4-BE49-F238E27FC236}">
                <a16:creationId xmlns:a16="http://schemas.microsoft.com/office/drawing/2014/main" id="{D2DB38EB-0F33-E687-B707-0A1F0B4B4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 rot="10800000">
            <a:off x="10428030" y="3130864"/>
            <a:ext cx="860400" cy="810000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>
              <a:defRPr sz="100"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4CDCAB0A-2A7C-2D76-6C51-057CCB9D33E2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pPr algn="r"/>
            <a:fld id="{3DB83B55-55AC-4A76-8910-EFE773D7F26B}" type="datetime1">
              <a:rPr lang="de-DE" sz="1000" smtClean="0">
                <a:solidFill>
                  <a:srgbClr val="000000"/>
                </a:solidFill>
              </a:rPr>
              <a:t>05.01.2026</a:t>
            </a:fld>
            <a:endParaRPr lang="de-DE" sz="1000">
              <a:solidFill>
                <a:srgbClr val="000000"/>
              </a:solidFill>
            </a:endParaRPr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2AFB079F-FED3-4DCC-5C6E-476354A358F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de-DE"/>
              <a:t>Name, Bereich,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700230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">
            <a:extLst>
              <a:ext uri="{FF2B5EF4-FFF2-40B4-BE49-F238E27FC236}">
                <a16:creationId xmlns:a16="http://schemas.microsoft.com/office/drawing/2014/main" id="{5BBEE6C5-B90A-4150-AF7C-AC47FF7562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7793" y="4504583"/>
            <a:ext cx="1911470" cy="1298875"/>
          </a:xfrm>
        </p:spPr>
        <p:txBody>
          <a:bodyPr/>
          <a:lstStyle>
            <a:lvl1pPr>
              <a:spcAft>
                <a:spcPts val="0"/>
              </a:spcAft>
              <a:defRPr sz="1400"/>
            </a:lvl1pPr>
            <a:lvl2pPr>
              <a:defRPr sz="2133"/>
            </a:lvl2pPr>
            <a:lvl3pPr>
              <a:defRPr sz="2133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0F6D4BEE-016A-4165-A8A9-C4A35324B3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7794" y="225426"/>
            <a:ext cx="9600000" cy="758856"/>
          </a:xfrm>
        </p:spPr>
        <p:txBody>
          <a:bodyPr/>
          <a:lstStyle/>
          <a:p>
            <a:r>
              <a:rPr lang="de-DE" dirty="0"/>
              <a:t>Headline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2FB6093-D43D-B111-69FC-301475E5B0F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87158B1-A480-4390-8402-7A80A3BAEC4B}" type="slidenum">
              <a:rPr lang="de-DE" smtClean="0"/>
              <a:pPr/>
              <a:t>‹Nr.›</a:t>
            </a:fld>
            <a:endParaRPr lang="de-DE" dirty="0"/>
          </a:p>
        </p:txBody>
      </p:sp>
      <p:cxnSp>
        <p:nvCxnSpPr>
          <p:cNvPr id="5" name="Balken">
            <a:extLst>
              <a:ext uri="{FF2B5EF4-FFF2-40B4-BE49-F238E27FC236}">
                <a16:creationId xmlns:a16="http://schemas.microsoft.com/office/drawing/2014/main" id="{177B1437-9BFA-915F-5F01-99178EDF4B3D}"/>
              </a:ext>
            </a:extLst>
          </p:cNvPr>
          <p:cNvCxnSpPr>
            <a:cxnSpLocks/>
          </p:cNvCxnSpPr>
          <p:nvPr userDrawn="1"/>
        </p:nvCxnSpPr>
        <p:spPr>
          <a:xfrm>
            <a:off x="1489336" y="3562887"/>
            <a:ext cx="0" cy="510181"/>
          </a:xfrm>
          <a:prstGeom prst="line">
            <a:avLst/>
          </a:prstGeom>
          <a:ln w="57150">
            <a:solidFill>
              <a:srgbClr val="E3061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Balken">
            <a:extLst>
              <a:ext uri="{FF2B5EF4-FFF2-40B4-BE49-F238E27FC236}">
                <a16:creationId xmlns:a16="http://schemas.microsoft.com/office/drawing/2014/main" id="{46C3E385-D886-6C05-4346-4FCB8FEE8CD1}"/>
              </a:ext>
            </a:extLst>
          </p:cNvPr>
          <p:cNvCxnSpPr>
            <a:cxnSpLocks/>
          </p:cNvCxnSpPr>
          <p:nvPr/>
        </p:nvCxnSpPr>
        <p:spPr>
          <a:xfrm>
            <a:off x="3779521" y="3562887"/>
            <a:ext cx="0" cy="510181"/>
          </a:xfrm>
          <a:prstGeom prst="line">
            <a:avLst/>
          </a:prstGeom>
          <a:ln w="57150">
            <a:solidFill>
              <a:srgbClr val="E3061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Balken">
            <a:extLst>
              <a:ext uri="{FF2B5EF4-FFF2-40B4-BE49-F238E27FC236}">
                <a16:creationId xmlns:a16="http://schemas.microsoft.com/office/drawing/2014/main" id="{847E2C24-4128-39F7-F36E-DD3129D1FE67}"/>
              </a:ext>
            </a:extLst>
          </p:cNvPr>
          <p:cNvCxnSpPr>
            <a:cxnSpLocks/>
          </p:cNvCxnSpPr>
          <p:nvPr/>
        </p:nvCxnSpPr>
        <p:spPr>
          <a:xfrm>
            <a:off x="8359890" y="3562887"/>
            <a:ext cx="0" cy="510181"/>
          </a:xfrm>
          <a:prstGeom prst="line">
            <a:avLst/>
          </a:prstGeom>
          <a:ln w="57150">
            <a:solidFill>
              <a:srgbClr val="E3061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alken">
            <a:extLst>
              <a:ext uri="{FF2B5EF4-FFF2-40B4-BE49-F238E27FC236}">
                <a16:creationId xmlns:a16="http://schemas.microsoft.com/office/drawing/2014/main" id="{C58B6CE7-DF4B-197E-D0E8-85991EFC45BC}"/>
              </a:ext>
            </a:extLst>
          </p:cNvPr>
          <p:cNvCxnSpPr>
            <a:cxnSpLocks/>
          </p:cNvCxnSpPr>
          <p:nvPr userDrawn="1"/>
        </p:nvCxnSpPr>
        <p:spPr>
          <a:xfrm>
            <a:off x="6069705" y="3562887"/>
            <a:ext cx="0" cy="510182"/>
          </a:xfrm>
          <a:prstGeom prst="line">
            <a:avLst/>
          </a:prstGeom>
          <a:ln w="57150">
            <a:solidFill>
              <a:srgbClr val="E3061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Balken">
            <a:extLst>
              <a:ext uri="{FF2B5EF4-FFF2-40B4-BE49-F238E27FC236}">
                <a16:creationId xmlns:a16="http://schemas.microsoft.com/office/drawing/2014/main" id="{2B83BE54-F9C8-603A-C714-7DB211560088}"/>
              </a:ext>
            </a:extLst>
          </p:cNvPr>
          <p:cNvCxnSpPr>
            <a:cxnSpLocks/>
          </p:cNvCxnSpPr>
          <p:nvPr/>
        </p:nvCxnSpPr>
        <p:spPr>
          <a:xfrm>
            <a:off x="10650074" y="3562887"/>
            <a:ext cx="0" cy="510182"/>
          </a:xfrm>
          <a:prstGeom prst="line">
            <a:avLst/>
          </a:prstGeom>
          <a:ln w="57150">
            <a:solidFill>
              <a:srgbClr val="E3061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Gruppieren 32">
            <a:extLst>
              <a:ext uri="{FF2B5EF4-FFF2-40B4-BE49-F238E27FC236}">
                <a16:creationId xmlns:a16="http://schemas.microsoft.com/office/drawing/2014/main" id="{99DD1249-A3A7-4E98-108F-50E01D42E133}"/>
              </a:ext>
            </a:extLst>
          </p:cNvPr>
          <p:cNvGrpSpPr/>
          <p:nvPr userDrawn="1"/>
        </p:nvGrpSpPr>
        <p:grpSpPr>
          <a:xfrm>
            <a:off x="479424" y="3360196"/>
            <a:ext cx="11447638" cy="915565"/>
            <a:chOff x="479425" y="2984812"/>
            <a:chExt cx="11447638" cy="915565"/>
          </a:xfrm>
        </p:grpSpPr>
        <p:pic>
          <p:nvPicPr>
            <p:cNvPr id="31" name="Verlauf">
              <a:extLst>
                <a:ext uri="{FF2B5EF4-FFF2-40B4-BE49-F238E27FC236}">
                  <a16:creationId xmlns:a16="http://schemas.microsoft.com/office/drawing/2014/main" id="{1A2D87FD-4520-5C44-ED5B-CA10A4E7EB4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79425" y="3368171"/>
              <a:ext cx="11102042" cy="148846"/>
            </a:xfrm>
            <a:prstGeom prst="rect">
              <a:avLst/>
            </a:prstGeom>
          </p:spPr>
        </p:pic>
        <p:pic>
          <p:nvPicPr>
            <p:cNvPr id="32" name="Grafik 31">
              <a:extLst>
                <a:ext uri="{FF2B5EF4-FFF2-40B4-BE49-F238E27FC236}">
                  <a16:creationId xmlns:a16="http://schemas.microsoft.com/office/drawing/2014/main" id="{D9A7C313-986C-A359-D9EE-A4268785F56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011498" y="2984812"/>
              <a:ext cx="915565" cy="915565"/>
            </a:xfrm>
            <a:prstGeom prst="rect">
              <a:avLst/>
            </a:prstGeom>
          </p:spPr>
        </p:pic>
      </p:grpSp>
      <p:sp>
        <p:nvSpPr>
          <p:cNvPr id="34" name="Bildplatzhalter">
            <a:extLst>
              <a:ext uri="{FF2B5EF4-FFF2-40B4-BE49-F238E27FC236}">
                <a16:creationId xmlns:a16="http://schemas.microsoft.com/office/drawing/2014/main" id="{21C124F2-696A-FEC0-365D-DDF99F65A347}"/>
              </a:ext>
            </a:extLst>
          </p:cNvPr>
          <p:cNvSpPr>
            <a:spLocks noGrp="1"/>
          </p:cNvSpPr>
          <p:nvPr userDrawn="1">
            <p:ph type="pic" sz="quarter" idx="16" hasCustomPrompt="1"/>
          </p:nvPr>
        </p:nvSpPr>
        <p:spPr>
          <a:xfrm>
            <a:off x="477793" y="1915015"/>
            <a:ext cx="1911470" cy="1433175"/>
          </a:xfrm>
          <a:solidFill>
            <a:srgbClr val="E6E6E6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de-DE" dirty="0"/>
              <a:t>Bild einfügen</a:t>
            </a:r>
          </a:p>
        </p:txBody>
      </p:sp>
      <p:sp>
        <p:nvSpPr>
          <p:cNvPr id="35" name="Textplatzhalter">
            <a:extLst>
              <a:ext uri="{FF2B5EF4-FFF2-40B4-BE49-F238E27FC236}">
                <a16:creationId xmlns:a16="http://schemas.microsoft.com/office/drawing/2014/main" id="{B5A7F81B-3263-0B47-B87F-25412A88EBC6}"/>
              </a:ext>
            </a:extLst>
          </p:cNvPr>
          <p:cNvSpPr>
            <a:spLocks noGrp="1"/>
          </p:cNvSpPr>
          <p:nvPr userDrawn="1">
            <p:ph type="body" sz="quarter" idx="17"/>
          </p:nvPr>
        </p:nvSpPr>
        <p:spPr>
          <a:xfrm>
            <a:off x="477793" y="4144632"/>
            <a:ext cx="1911470" cy="244534"/>
          </a:xfrm>
        </p:spPr>
        <p:txBody>
          <a:bodyPr/>
          <a:lstStyle>
            <a:lvl1pPr algn="ctr">
              <a:spcAft>
                <a:spcPts val="0"/>
              </a:spcAft>
              <a:defRPr sz="1400" b="1">
                <a:solidFill>
                  <a:srgbClr val="E30613"/>
                </a:solidFill>
              </a:defRPr>
            </a:lvl1pPr>
            <a:lvl2pPr>
              <a:defRPr sz="2133"/>
            </a:lvl2pPr>
            <a:lvl3pPr>
              <a:defRPr sz="2133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6" name="Bildplatzhalter">
            <a:extLst>
              <a:ext uri="{FF2B5EF4-FFF2-40B4-BE49-F238E27FC236}">
                <a16:creationId xmlns:a16="http://schemas.microsoft.com/office/drawing/2014/main" id="{F99B7DFE-F722-861C-95B5-52A68ABBE0C5}"/>
              </a:ext>
            </a:extLst>
          </p:cNvPr>
          <p:cNvSpPr>
            <a:spLocks noGrp="1"/>
          </p:cNvSpPr>
          <p:nvPr userDrawn="1">
            <p:ph type="pic" sz="quarter" idx="18" hasCustomPrompt="1"/>
          </p:nvPr>
        </p:nvSpPr>
        <p:spPr>
          <a:xfrm>
            <a:off x="2806017" y="4144632"/>
            <a:ext cx="1911470" cy="1433175"/>
          </a:xfrm>
          <a:solidFill>
            <a:srgbClr val="E6E6E6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de-DE" dirty="0"/>
              <a:t>Bild einfügen</a:t>
            </a:r>
          </a:p>
        </p:txBody>
      </p:sp>
      <p:sp>
        <p:nvSpPr>
          <p:cNvPr id="37" name="Textplatzhalter">
            <a:extLst>
              <a:ext uri="{FF2B5EF4-FFF2-40B4-BE49-F238E27FC236}">
                <a16:creationId xmlns:a16="http://schemas.microsoft.com/office/drawing/2014/main" id="{1FAB901A-A813-9B10-2D82-50CE69F94D4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806017" y="3248099"/>
            <a:ext cx="1911470" cy="244534"/>
          </a:xfrm>
        </p:spPr>
        <p:txBody>
          <a:bodyPr/>
          <a:lstStyle>
            <a:lvl1pPr algn="ctr">
              <a:spcAft>
                <a:spcPts val="0"/>
              </a:spcAft>
              <a:defRPr sz="1400" b="1">
                <a:solidFill>
                  <a:srgbClr val="E30613"/>
                </a:solidFill>
              </a:defRPr>
            </a:lvl1pPr>
            <a:lvl2pPr>
              <a:defRPr sz="2133"/>
            </a:lvl2pPr>
            <a:lvl3pPr>
              <a:defRPr sz="2133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8" name="Textplatzhalter">
            <a:extLst>
              <a:ext uri="{FF2B5EF4-FFF2-40B4-BE49-F238E27FC236}">
                <a16:creationId xmlns:a16="http://schemas.microsoft.com/office/drawing/2014/main" id="{691A3967-82A4-D191-196D-8D6B85F5824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412801" y="3236913"/>
            <a:ext cx="1911470" cy="244534"/>
          </a:xfrm>
        </p:spPr>
        <p:txBody>
          <a:bodyPr/>
          <a:lstStyle>
            <a:lvl1pPr algn="ctr">
              <a:spcAft>
                <a:spcPts val="0"/>
              </a:spcAft>
              <a:defRPr sz="1400" b="1">
                <a:solidFill>
                  <a:srgbClr val="E30613"/>
                </a:solidFill>
              </a:defRPr>
            </a:lvl1pPr>
            <a:lvl2pPr>
              <a:defRPr sz="2133"/>
            </a:lvl2pPr>
            <a:lvl3pPr>
              <a:defRPr sz="2133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9" name="Textplatzhalter">
            <a:extLst>
              <a:ext uri="{FF2B5EF4-FFF2-40B4-BE49-F238E27FC236}">
                <a16:creationId xmlns:a16="http://schemas.microsoft.com/office/drawing/2014/main" id="{B50876C0-97BE-65C4-D48B-36684FE4E93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092322" y="4144632"/>
            <a:ext cx="1911470" cy="244534"/>
          </a:xfrm>
        </p:spPr>
        <p:txBody>
          <a:bodyPr/>
          <a:lstStyle>
            <a:lvl1pPr algn="ctr">
              <a:spcAft>
                <a:spcPts val="0"/>
              </a:spcAft>
              <a:defRPr sz="1400" b="1">
                <a:solidFill>
                  <a:srgbClr val="E30613"/>
                </a:solidFill>
              </a:defRPr>
            </a:lvl1pPr>
            <a:lvl2pPr>
              <a:defRPr sz="2133"/>
            </a:lvl2pPr>
            <a:lvl3pPr>
              <a:defRPr sz="2133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0" name="Textplatzhalter">
            <a:extLst>
              <a:ext uri="{FF2B5EF4-FFF2-40B4-BE49-F238E27FC236}">
                <a16:creationId xmlns:a16="http://schemas.microsoft.com/office/drawing/2014/main" id="{2847A03D-D04F-7551-863E-C31A7E06B6E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694339" y="4144632"/>
            <a:ext cx="1911470" cy="244534"/>
          </a:xfrm>
        </p:spPr>
        <p:txBody>
          <a:bodyPr/>
          <a:lstStyle>
            <a:lvl1pPr algn="ctr">
              <a:spcAft>
                <a:spcPts val="0"/>
              </a:spcAft>
              <a:defRPr sz="1400" b="1">
                <a:solidFill>
                  <a:srgbClr val="E30613"/>
                </a:solidFill>
              </a:defRPr>
            </a:lvl1pPr>
            <a:lvl2pPr>
              <a:defRPr sz="2133"/>
            </a:lvl2pPr>
            <a:lvl3pPr>
              <a:defRPr sz="2133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1" name="Bildplatzhalter">
            <a:extLst>
              <a:ext uri="{FF2B5EF4-FFF2-40B4-BE49-F238E27FC236}">
                <a16:creationId xmlns:a16="http://schemas.microsoft.com/office/drawing/2014/main" id="{658301A4-D0B9-A267-82F9-06C611F534FA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5092322" y="1915015"/>
            <a:ext cx="1911470" cy="1433175"/>
          </a:xfrm>
          <a:solidFill>
            <a:srgbClr val="E6E6E6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de-DE" dirty="0"/>
              <a:t>Bild einfügen</a:t>
            </a:r>
          </a:p>
        </p:txBody>
      </p:sp>
      <p:sp>
        <p:nvSpPr>
          <p:cNvPr id="42" name="Bildplatzhalter">
            <a:extLst>
              <a:ext uri="{FF2B5EF4-FFF2-40B4-BE49-F238E27FC236}">
                <a16:creationId xmlns:a16="http://schemas.microsoft.com/office/drawing/2014/main" id="{41EF626A-7920-240B-8A4D-04357719773B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7412801" y="4144632"/>
            <a:ext cx="1911470" cy="1433175"/>
          </a:xfrm>
          <a:solidFill>
            <a:srgbClr val="E6E6E6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de-DE" dirty="0"/>
              <a:t>Bild einfügen</a:t>
            </a:r>
          </a:p>
        </p:txBody>
      </p:sp>
      <p:sp>
        <p:nvSpPr>
          <p:cNvPr id="43" name="Bildplatzhalter">
            <a:extLst>
              <a:ext uri="{FF2B5EF4-FFF2-40B4-BE49-F238E27FC236}">
                <a16:creationId xmlns:a16="http://schemas.microsoft.com/office/drawing/2014/main" id="{F7E8EA6E-436A-EA01-8D44-F804EE33E83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9694339" y="1915015"/>
            <a:ext cx="1911470" cy="1433175"/>
          </a:xfrm>
          <a:solidFill>
            <a:srgbClr val="E6E6E6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de-DE" dirty="0"/>
              <a:t>Bild einfügen</a:t>
            </a:r>
          </a:p>
        </p:txBody>
      </p:sp>
      <p:sp>
        <p:nvSpPr>
          <p:cNvPr id="44" name="Textplatzhalter">
            <a:extLst>
              <a:ext uri="{FF2B5EF4-FFF2-40B4-BE49-F238E27FC236}">
                <a16:creationId xmlns:a16="http://schemas.microsoft.com/office/drawing/2014/main" id="{A3275666-B2E0-1A18-62B7-0D588B20614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2806017" y="1915015"/>
            <a:ext cx="1911470" cy="1298875"/>
          </a:xfrm>
        </p:spPr>
        <p:txBody>
          <a:bodyPr/>
          <a:lstStyle>
            <a:lvl1pPr>
              <a:spcAft>
                <a:spcPts val="0"/>
              </a:spcAft>
              <a:defRPr sz="1400"/>
            </a:lvl1pPr>
            <a:lvl2pPr>
              <a:defRPr sz="2133"/>
            </a:lvl2pPr>
            <a:lvl3pPr>
              <a:defRPr sz="2133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5" name="Textplatzhalter">
            <a:extLst>
              <a:ext uri="{FF2B5EF4-FFF2-40B4-BE49-F238E27FC236}">
                <a16:creationId xmlns:a16="http://schemas.microsoft.com/office/drawing/2014/main" id="{1FF1947F-99BF-254C-72BC-6CEB1C185EF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7420546" y="1915015"/>
            <a:ext cx="1911470" cy="1298875"/>
          </a:xfrm>
        </p:spPr>
        <p:txBody>
          <a:bodyPr/>
          <a:lstStyle>
            <a:lvl1pPr>
              <a:spcAft>
                <a:spcPts val="0"/>
              </a:spcAft>
              <a:defRPr sz="1400"/>
            </a:lvl1pPr>
            <a:lvl2pPr>
              <a:defRPr sz="2133"/>
            </a:lvl2pPr>
            <a:lvl3pPr>
              <a:defRPr sz="2133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6" name="Textplatzhalter">
            <a:extLst>
              <a:ext uri="{FF2B5EF4-FFF2-40B4-BE49-F238E27FC236}">
                <a16:creationId xmlns:a16="http://schemas.microsoft.com/office/drawing/2014/main" id="{7AC8D738-0C2E-3C6C-5125-42C5E690B7A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092322" y="4504583"/>
            <a:ext cx="1911470" cy="1298875"/>
          </a:xfrm>
        </p:spPr>
        <p:txBody>
          <a:bodyPr/>
          <a:lstStyle>
            <a:lvl1pPr>
              <a:spcAft>
                <a:spcPts val="0"/>
              </a:spcAft>
              <a:defRPr sz="1400"/>
            </a:lvl1pPr>
            <a:lvl2pPr>
              <a:defRPr sz="2133"/>
            </a:lvl2pPr>
            <a:lvl3pPr>
              <a:defRPr sz="2133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7" name="Textplatzhalter">
            <a:extLst>
              <a:ext uri="{FF2B5EF4-FFF2-40B4-BE49-F238E27FC236}">
                <a16:creationId xmlns:a16="http://schemas.microsoft.com/office/drawing/2014/main" id="{2DE26013-3BA6-C07B-2E2F-5B424AF8E6B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694339" y="4504583"/>
            <a:ext cx="1911470" cy="1298875"/>
          </a:xfrm>
        </p:spPr>
        <p:txBody>
          <a:bodyPr/>
          <a:lstStyle>
            <a:lvl1pPr>
              <a:spcAft>
                <a:spcPts val="0"/>
              </a:spcAft>
              <a:defRPr sz="1400"/>
            </a:lvl1pPr>
            <a:lvl2pPr>
              <a:defRPr sz="2133"/>
            </a:lvl2pPr>
            <a:lvl3pPr>
              <a:defRPr sz="2133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30C64713-E0E8-C582-0664-F8D71BD5D5D3}"/>
              </a:ext>
            </a:extLst>
          </p:cNvPr>
          <p:cNvSpPr>
            <a:spLocks noGrp="1"/>
          </p:cNvSpPr>
          <p:nvPr>
            <p:ph type="dt" sz="half" idx="30"/>
          </p:nvPr>
        </p:nvSpPr>
        <p:spPr/>
        <p:txBody>
          <a:bodyPr/>
          <a:lstStyle/>
          <a:p>
            <a:pPr algn="r"/>
            <a:fld id="{E673E5F8-7703-4C2C-BF5C-DA10322105D6}" type="datetime1">
              <a:rPr lang="de-DE" sz="1000" smtClean="0">
                <a:solidFill>
                  <a:srgbClr val="000000"/>
                </a:solidFill>
              </a:rPr>
              <a:t>05.01.2026</a:t>
            </a:fld>
            <a:endParaRPr lang="de-DE" sz="1000">
              <a:solidFill>
                <a:srgbClr val="000000"/>
              </a:solidFill>
            </a:endParaRPr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C29FE67B-7068-3608-7488-CE5E240765A1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r>
              <a:rPr lang="de-DE"/>
              <a:t>Name, Bereich,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5707297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">
            <a:extLst>
              <a:ext uri="{FF2B5EF4-FFF2-40B4-BE49-F238E27FC236}">
                <a16:creationId xmlns:a16="http://schemas.microsoft.com/office/drawing/2014/main" id="{0F6D4BEE-016A-4165-A8A9-C4A35324B3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Headline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2FB6093-D43D-B111-69FC-301475E5B0F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87158B1-A480-4390-8402-7A80A3BAEC4B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Bildplatzhalter 7">
            <a:extLst>
              <a:ext uri="{FF2B5EF4-FFF2-40B4-BE49-F238E27FC236}">
                <a16:creationId xmlns:a16="http://schemas.microsoft.com/office/drawing/2014/main" id="{81565D3E-1072-EE1D-AA64-73C3C1B42A9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79426" y="1341439"/>
            <a:ext cx="2360433" cy="2087562"/>
          </a:xfrm>
          <a:solidFill>
            <a:srgbClr val="E6E6E6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9" name="Textplatzhalter">
            <a:extLst>
              <a:ext uri="{FF2B5EF4-FFF2-40B4-BE49-F238E27FC236}">
                <a16:creationId xmlns:a16="http://schemas.microsoft.com/office/drawing/2014/main" id="{8FA14C8B-EA42-9FE5-99A0-CDF1F375EC1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7793" y="3956856"/>
            <a:ext cx="4567859" cy="282633"/>
          </a:xfrm>
        </p:spPr>
        <p:txBody>
          <a:bodyPr/>
          <a:lstStyle>
            <a:lvl1pPr>
              <a:defRPr sz="1600">
                <a:solidFill>
                  <a:srgbClr val="4A4A49"/>
                </a:solidFill>
              </a:defRPr>
            </a:lvl1pPr>
            <a:lvl2pPr>
              <a:defRPr sz="2133"/>
            </a:lvl2pPr>
            <a:lvl3pPr>
              <a:defRPr sz="2133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Textplatzhalter">
            <a:extLst>
              <a:ext uri="{FF2B5EF4-FFF2-40B4-BE49-F238E27FC236}">
                <a16:creationId xmlns:a16="http://schemas.microsoft.com/office/drawing/2014/main" id="{640B4A74-88EB-90E6-E0C3-0DD197C53CF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77792" y="3541075"/>
            <a:ext cx="4567859" cy="357158"/>
          </a:xfrm>
        </p:spPr>
        <p:txBody>
          <a:bodyPr anchor="b"/>
          <a:lstStyle>
            <a:lvl1pPr>
              <a:defRPr sz="2000" b="1"/>
            </a:lvl1pPr>
            <a:lvl2pPr>
              <a:defRPr sz="2133"/>
            </a:lvl2pPr>
            <a:lvl3pPr>
              <a:defRPr sz="2133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" name="Textplatzhalter">
            <a:extLst>
              <a:ext uri="{FF2B5EF4-FFF2-40B4-BE49-F238E27FC236}">
                <a16:creationId xmlns:a16="http://schemas.microsoft.com/office/drawing/2014/main" id="{1F40F379-2172-3E95-2C86-14053419CFFF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77791" y="4405743"/>
            <a:ext cx="4567859" cy="1902981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2133"/>
            </a:lvl2pPr>
            <a:lvl3pPr>
              <a:defRPr sz="2133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2" name="Bildplatzhalter 7">
            <a:extLst>
              <a:ext uri="{FF2B5EF4-FFF2-40B4-BE49-F238E27FC236}">
                <a16:creationId xmlns:a16="http://schemas.microsoft.com/office/drawing/2014/main" id="{F3EBD242-3BE4-860A-71C7-8A9DA51B2EDE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7635" y="1341439"/>
            <a:ext cx="2360433" cy="2087562"/>
          </a:xfrm>
          <a:solidFill>
            <a:srgbClr val="E6E6E6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3" name="Textplatzhalter">
            <a:extLst>
              <a:ext uri="{FF2B5EF4-FFF2-40B4-BE49-F238E27FC236}">
                <a16:creationId xmlns:a16="http://schemas.microsoft.com/office/drawing/2014/main" id="{50C1BA1E-EA72-1D41-C437-53718BBDBD2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96002" y="3956856"/>
            <a:ext cx="4567859" cy="282633"/>
          </a:xfrm>
        </p:spPr>
        <p:txBody>
          <a:bodyPr/>
          <a:lstStyle>
            <a:lvl1pPr>
              <a:defRPr sz="1600">
                <a:solidFill>
                  <a:srgbClr val="4A4A49"/>
                </a:solidFill>
              </a:defRPr>
            </a:lvl1pPr>
            <a:lvl2pPr>
              <a:defRPr sz="2133"/>
            </a:lvl2pPr>
            <a:lvl3pPr>
              <a:defRPr sz="2133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4" name="Textplatzhalter">
            <a:extLst>
              <a:ext uri="{FF2B5EF4-FFF2-40B4-BE49-F238E27FC236}">
                <a16:creationId xmlns:a16="http://schemas.microsoft.com/office/drawing/2014/main" id="{111ADCA7-5AD1-89CB-1993-CED925C61FB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096001" y="3541075"/>
            <a:ext cx="4567859" cy="357158"/>
          </a:xfrm>
        </p:spPr>
        <p:txBody>
          <a:bodyPr anchor="b"/>
          <a:lstStyle>
            <a:lvl1pPr>
              <a:defRPr sz="2000" b="1"/>
            </a:lvl1pPr>
            <a:lvl2pPr>
              <a:defRPr sz="2133"/>
            </a:lvl2pPr>
            <a:lvl3pPr>
              <a:defRPr sz="2133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5" name="Textplatzhalter">
            <a:extLst>
              <a:ext uri="{FF2B5EF4-FFF2-40B4-BE49-F238E27FC236}">
                <a16:creationId xmlns:a16="http://schemas.microsoft.com/office/drawing/2014/main" id="{50B4D785-1572-A866-052D-BEC4001F907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096000" y="4405743"/>
            <a:ext cx="4567859" cy="1902981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2133"/>
            </a:lvl2pPr>
            <a:lvl3pPr>
              <a:defRPr sz="2133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93F7FBB-2203-9148-906C-3B1AE97B3510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pPr algn="r"/>
            <a:fld id="{6AC1F403-A31D-4E2D-B4E5-99CE965C53AA}" type="datetime1">
              <a:rPr lang="de-DE" sz="1000" smtClean="0">
                <a:solidFill>
                  <a:srgbClr val="000000"/>
                </a:solidFill>
              </a:rPr>
              <a:t>05.01.2026</a:t>
            </a:fld>
            <a:endParaRPr lang="de-DE" sz="1000">
              <a:solidFill>
                <a:srgbClr val="000000"/>
              </a:solidFill>
            </a:endParaRP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2963C7A-1E9D-36F1-A955-4243A3F3A76D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r>
              <a:rPr lang="de-DE"/>
              <a:t>Name, Bereich,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2201296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chlus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22319494-6BEF-B754-8A54-E57F5D2CD09F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0500473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532" imgH="533" progId="TCLayout.ActiveDocument.1">
                  <p:embed/>
                </p:oleObj>
              </mc:Choice>
              <mc:Fallback>
                <p:oleObj name="think-cell Folie" r:id="rId3" imgW="532" imgH="533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2319494-6BEF-B754-8A54-E57F5D2CD0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D87F80CB-5B3D-440B-A4B1-EA779B2FA34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9425" y="1341438"/>
            <a:ext cx="8977833" cy="2087561"/>
          </a:xfrm>
        </p:spPr>
        <p:txBody>
          <a:bodyPr vert="horz" rIns="0" anchor="ctr" anchorCtr="0"/>
          <a:lstStyle>
            <a:lvl1pPr algn="l">
              <a:lnSpc>
                <a:spcPct val="100000"/>
              </a:lnSpc>
              <a:spcAft>
                <a:spcPts val="0"/>
              </a:spcAft>
              <a:defRPr sz="3200" cap="none" baseline="0">
                <a:solidFill>
                  <a:srgbClr val="000000"/>
                </a:solidFill>
              </a:defRPr>
            </a:lvl1pPr>
          </a:lstStyle>
          <a:p>
            <a:r>
              <a:rPr lang="de-DE" dirty="0"/>
              <a:t>Schlusstitel</a:t>
            </a:r>
            <a:br>
              <a:rPr lang="de-DE" dirty="0"/>
            </a:br>
            <a:r>
              <a:rPr lang="de-DE" dirty="0"/>
              <a:t>zweizeilig möglich</a:t>
            </a:r>
          </a:p>
        </p:txBody>
      </p:sp>
      <p:sp>
        <p:nvSpPr>
          <p:cNvPr id="11" name="Textplatzhalter">
            <a:extLst>
              <a:ext uri="{FF2B5EF4-FFF2-40B4-BE49-F238E27FC236}">
                <a16:creationId xmlns:a16="http://schemas.microsoft.com/office/drawing/2014/main" id="{1839FDB5-8E3F-46AA-AF84-8160F5895F7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4" y="4322020"/>
            <a:ext cx="8977833" cy="1986705"/>
          </a:xfrm>
        </p:spPr>
        <p:txBody>
          <a:bodyPr anchor="b"/>
          <a:lstStyle>
            <a:lvl1pPr marL="0" indent="0">
              <a:spcAft>
                <a:spcPts val="0"/>
              </a:spcAft>
              <a:buFont typeface="Verdana" panose="020B0604030504040204" pitchFamily="34" charset="0"/>
              <a:buNone/>
              <a:defRPr sz="1600" b="0">
                <a:solidFill>
                  <a:srgbClr val="000000"/>
                </a:solidFill>
                <a:latin typeface="+mn-lt"/>
              </a:defRPr>
            </a:lvl1pPr>
            <a:lvl2pPr marL="0" indent="0">
              <a:spcAft>
                <a:spcPts val="0"/>
              </a:spcAft>
              <a:buFont typeface="Verdana" panose="020B0604030504040204" pitchFamily="34" charset="0"/>
              <a:buNone/>
              <a:defRPr sz="1867" b="0">
                <a:latin typeface="+mn-lt"/>
              </a:defRPr>
            </a:lvl2pPr>
            <a:lvl3pPr marL="0" indent="0">
              <a:spcAft>
                <a:spcPts val="0"/>
              </a:spcAft>
              <a:buNone/>
              <a:defRPr sz="1867" b="0">
                <a:latin typeface="+mn-lt"/>
              </a:defRPr>
            </a:lvl3pPr>
            <a:lvl4pPr marL="0" indent="0">
              <a:spcAft>
                <a:spcPts val="0"/>
              </a:spcAft>
              <a:buNone/>
              <a:defRPr sz="1867" b="0">
                <a:latin typeface="+mn-lt"/>
              </a:defRPr>
            </a:lvl4pPr>
            <a:lvl5pPr marL="0" indent="0">
              <a:spcAft>
                <a:spcPts val="0"/>
              </a:spcAft>
              <a:buNone/>
              <a:defRPr sz="1867" b="0">
                <a:latin typeface="+mn-lt"/>
              </a:defRPr>
            </a:lvl5pPr>
            <a:lvl6pPr marL="0" indent="0">
              <a:spcAft>
                <a:spcPts val="0"/>
              </a:spcAft>
              <a:buNone/>
              <a:defRPr sz="1867" b="0">
                <a:latin typeface="+mn-lt"/>
              </a:defRPr>
            </a:lvl6pPr>
            <a:lvl7pPr marL="0" indent="0">
              <a:spcAft>
                <a:spcPts val="0"/>
              </a:spcAft>
              <a:buFont typeface="Verdana" panose="020B0604030504040204" pitchFamily="34" charset="0"/>
              <a:buNone/>
              <a:defRPr sz="1867" b="0">
                <a:latin typeface="+mn-lt"/>
              </a:defRPr>
            </a:lvl7pPr>
            <a:lvl8pPr marL="0" indent="0">
              <a:spcAft>
                <a:spcPts val="0"/>
              </a:spcAft>
              <a:buFont typeface="Verdana" panose="020B0604030504040204" pitchFamily="34" charset="0"/>
              <a:buNone/>
              <a:defRPr sz="1867" b="0">
                <a:latin typeface="+mn-lt"/>
              </a:defRPr>
            </a:lvl8pPr>
            <a:lvl9pPr marL="0" indent="0">
              <a:spcAft>
                <a:spcPts val="0"/>
              </a:spcAft>
              <a:buFont typeface="Verdana" panose="020B0604030504040204" pitchFamily="34" charset="0"/>
              <a:buNone/>
              <a:defRPr sz="1867" b="0">
                <a:latin typeface="+mn-lt"/>
              </a:defRPr>
            </a:lvl9pPr>
          </a:lstStyle>
          <a:p>
            <a:pPr lvl="0"/>
            <a:r>
              <a:rPr lang="de-DE" dirty="0"/>
              <a:t>Autor</a:t>
            </a:r>
            <a:br>
              <a:rPr lang="de-DE" dirty="0"/>
            </a:br>
            <a:r>
              <a:rPr lang="de-DE" dirty="0" err="1"/>
              <a:t>swb</a:t>
            </a:r>
            <a:r>
              <a:rPr lang="de-DE" dirty="0"/>
              <a:t>-Gesellschaft</a:t>
            </a:r>
            <a:br>
              <a:rPr lang="de-DE" dirty="0"/>
            </a:br>
            <a:r>
              <a:rPr lang="de-DE" dirty="0"/>
              <a:t>Anschrift, Telefon</a:t>
            </a:r>
            <a:br>
              <a:rPr lang="de-DE" dirty="0"/>
            </a:br>
            <a:r>
              <a:rPr lang="de-DE" dirty="0"/>
              <a:t>E-Mail</a:t>
            </a:r>
            <a:br>
              <a:rPr lang="de-DE" dirty="0"/>
            </a:br>
            <a:br>
              <a:rPr lang="de-DE" dirty="0"/>
            </a:br>
            <a:r>
              <a:rPr lang="de-DE" dirty="0"/>
              <a:t>URL (Fett und in </a:t>
            </a:r>
            <a:r>
              <a:rPr lang="de-DE" dirty="0" err="1"/>
              <a:t>swb</a:t>
            </a:r>
            <a:r>
              <a:rPr lang="de-DE" dirty="0"/>
              <a:t>-rot)</a:t>
            </a:r>
          </a:p>
        </p:txBody>
      </p:sp>
      <p:pic>
        <p:nvPicPr>
          <p:cNvPr id="9" name="Logo">
            <a:extLst>
              <a:ext uri="{FF2B5EF4-FFF2-40B4-BE49-F238E27FC236}">
                <a16:creationId xmlns:a16="http://schemas.microsoft.com/office/drawing/2014/main" id="{065AA24D-7CC8-4A97-8678-0849EE5032D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984" y="5748389"/>
            <a:ext cx="2049761" cy="728804"/>
          </a:xfrm>
          <a:prstGeom prst="rect">
            <a:avLst/>
          </a:prstGeom>
        </p:spPr>
      </p:pic>
      <p:pic>
        <p:nvPicPr>
          <p:cNvPr id="20" name="Verlauf">
            <a:extLst>
              <a:ext uri="{FF2B5EF4-FFF2-40B4-BE49-F238E27FC236}">
                <a16:creationId xmlns:a16="http://schemas.microsoft.com/office/drawing/2014/main" id="{BF327D68-3091-41D6-B936-11CDE9D086A4}"/>
              </a:ext>
            </a:extLst>
          </p:cNvPr>
          <p:cNvPicPr preferRelativeResize="0">
            <a:picLocks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22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687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Kapiteltre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">
            <a:extLst>
              <a:ext uri="{FF2B5EF4-FFF2-40B4-BE49-F238E27FC236}">
                <a16:creationId xmlns:a16="http://schemas.microsoft.com/office/drawing/2014/main" id="{AC00EA51-400A-4ABA-9488-66AB2BDD02C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1662" y="2125432"/>
            <a:ext cx="8955605" cy="576000"/>
          </a:xfrm>
        </p:spPr>
        <p:txBody>
          <a:bodyPr/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b="0"/>
            </a:lvl1pPr>
            <a:lvl2pPr marL="0" indent="0">
              <a:spcAft>
                <a:spcPts val="0"/>
              </a:spcAft>
              <a:buFont typeface="Arial" panose="020B0604020202020204" pitchFamily="34" charset="0"/>
              <a:buNone/>
              <a:defRPr b="0"/>
            </a:lvl2pPr>
            <a:lvl3pPr marL="0" indent="0">
              <a:spcAft>
                <a:spcPts val="0"/>
              </a:spcAft>
              <a:buNone/>
              <a:defRPr b="0"/>
            </a:lvl3pPr>
            <a:lvl4pPr marL="0" indent="0">
              <a:spcAft>
                <a:spcPts val="0"/>
              </a:spcAft>
              <a:buNone/>
              <a:defRPr b="0"/>
            </a:lvl4pPr>
            <a:lvl5pPr marL="0" indent="0">
              <a:spcAft>
                <a:spcPts val="0"/>
              </a:spcAft>
              <a:buNone/>
              <a:defRPr b="0"/>
            </a:lvl5pPr>
            <a:lvl6pPr marL="0" indent="0">
              <a:spcAft>
                <a:spcPts val="0"/>
              </a:spcAft>
              <a:buFont typeface="Arial" panose="020B0604020202020204" pitchFamily="34" charset="0"/>
              <a:buNone/>
              <a:defRPr b="0"/>
            </a:lvl6pPr>
            <a:lvl7pPr marL="0" indent="0">
              <a:spcAft>
                <a:spcPts val="0"/>
              </a:spcAft>
              <a:buFont typeface="Arial" panose="020B0604020202020204" pitchFamily="34" charset="0"/>
              <a:buNone/>
              <a:defRPr b="0"/>
            </a:lvl7pPr>
            <a:lvl8pPr marL="0" indent="0">
              <a:spcAft>
                <a:spcPts val="0"/>
              </a:spcAft>
              <a:buFont typeface="Arial" panose="020B0604020202020204" pitchFamily="34" charset="0"/>
              <a:buNone/>
              <a:defRPr b="0"/>
            </a:lvl8pPr>
            <a:lvl9pPr marL="0" indent="0">
              <a:spcAft>
                <a:spcPts val="0"/>
              </a:spcAft>
              <a:buFont typeface="Arial" panose="020B0604020202020204" pitchFamily="34" charset="0"/>
              <a:buNone/>
              <a:defRPr b="0"/>
            </a:lvl9pPr>
          </a:lstStyle>
          <a:p>
            <a:pPr lvl="0"/>
            <a:r>
              <a:rPr lang="de-DE" dirty="0"/>
              <a:t>Textfeld</a:t>
            </a:r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D87F80CB-5B3D-440B-A4B1-EA779B2FA34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1651" y="1365251"/>
            <a:ext cx="8955605" cy="477948"/>
          </a:xfrm>
        </p:spPr>
        <p:txBody>
          <a:bodyPr anchor="t" anchorCtr="0"/>
          <a:lstStyle>
            <a:lvl1pPr algn="l">
              <a:lnSpc>
                <a:spcPts val="4000"/>
              </a:lnSpc>
              <a:spcAft>
                <a:spcPts val="0"/>
              </a:spcAft>
              <a:defRPr sz="3200" cap="none" baseline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Kapiteltitel einzeilig</a:t>
            </a:r>
          </a:p>
        </p:txBody>
      </p:sp>
      <p:pic>
        <p:nvPicPr>
          <p:cNvPr id="9" name="Logo">
            <a:extLst>
              <a:ext uri="{FF2B5EF4-FFF2-40B4-BE49-F238E27FC236}">
                <a16:creationId xmlns:a16="http://schemas.microsoft.com/office/drawing/2014/main" id="{065AA24D-7CC8-4A97-8678-0849EE5032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984" y="5748389"/>
            <a:ext cx="2049761" cy="728804"/>
          </a:xfrm>
          <a:prstGeom prst="rect">
            <a:avLst/>
          </a:prstGeom>
        </p:spPr>
      </p:pic>
      <p:pic>
        <p:nvPicPr>
          <p:cNvPr id="22" name="Verlauf">
            <a:extLst>
              <a:ext uri="{FF2B5EF4-FFF2-40B4-BE49-F238E27FC236}">
                <a16:creationId xmlns:a16="http://schemas.microsoft.com/office/drawing/2014/main" id="{3C41EBAC-EF41-4CA0-B9F6-E27BFFE726A4}"/>
              </a:ext>
            </a:extLst>
          </p:cNvPr>
          <p:cNvPicPr preferRelativeResize="0">
            <a:picLocks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259200"/>
          </a:xfrm>
          <a:prstGeom prst="rect">
            <a:avLst/>
          </a:prstGeom>
        </p:spPr>
      </p:pic>
      <p:sp>
        <p:nvSpPr>
          <p:cNvPr id="6" name="Textplatzhalter 5">
            <a:extLst>
              <a:ext uri="{FF2B5EF4-FFF2-40B4-BE49-F238E27FC236}">
                <a16:creationId xmlns:a16="http://schemas.microsoft.com/office/drawing/2014/main" id="{8378284E-09F1-4BC7-B7F6-00DEFCFAE17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1651" y="2784001"/>
            <a:ext cx="8955605" cy="3496151"/>
          </a:xfrm>
        </p:spPr>
        <p:txBody>
          <a:bodyPr/>
          <a:lstStyle/>
          <a:p>
            <a:pPr lvl="0"/>
            <a:r>
              <a:rPr lang="de-DE" dirty="0"/>
              <a:t>Erste Ebene Fließtext // für Zwischenüberschrift und Aufzählung &gt;&gt; Menü &gt; Start &gt; Absatz &gt; Listenebene erhöhen 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A0C4917C-67E2-B878-28FE-CA3C05A07253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de-DE"/>
              <a:t>Autor, Bereich, Datum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D3EE555-6D66-ABA0-0CB8-71C2B6B4B9AC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087158B1-A480-4390-8402-7A80A3BAEC4B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957194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237">
          <p15:clr>
            <a:srgbClr val="FBAE40"/>
          </p15:clr>
        </p15:guide>
        <p15:guide id="3" pos="4468">
          <p15:clr>
            <a:srgbClr val="FBAE40"/>
          </p15:clr>
        </p15:guide>
        <p15:guide id="4" orient="horz" pos="2967">
          <p15:clr>
            <a:srgbClr val="FBAE40"/>
          </p15:clr>
        </p15:guide>
        <p15:guide id="5" orient="horz" pos="645">
          <p15:clr>
            <a:srgbClr val="FBAE40"/>
          </p15:clr>
        </p15:guide>
        <p15:guide id="6" orient="horz" pos="1004">
          <p15:clr>
            <a:srgbClr val="FBAE40"/>
          </p15:clr>
        </p15:guide>
        <p15:guide id="7" orient="horz" pos="1277">
          <p15:clr>
            <a:srgbClr val="FBAE40"/>
          </p15:clr>
        </p15:guide>
        <p15:guide id="8" orient="horz" pos="1314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image" Target="../media/image1.emf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tags" Target="../tags/tag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image" Target="../media/image3.sv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image" Target="../media/image2.png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9E254B52-269C-D3A9-D06E-7086338AB344}"/>
              </a:ext>
            </a:extLst>
          </p:cNvPr>
          <p:cNvGraphicFramePr>
            <a:graphicFrameLocks/>
          </p:cNvGraphicFramePr>
          <p:nvPr userDrawn="1">
            <p:custDataLst>
              <p:tags r:id="rId45"/>
            </p:custDataLst>
            <p:extLst>
              <p:ext uri="{D42A27DB-BD31-4B8C-83A1-F6EECF244321}">
                <p14:modId xmlns:p14="http://schemas.microsoft.com/office/powerpoint/2010/main" val="465640119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6" imgW="532" imgH="533" progId="TCLayout.ActiveDocument.1">
                  <p:embed/>
                </p:oleObj>
              </mc:Choice>
              <mc:Fallback>
                <p:oleObj name="think-cell Folie" r:id="rId46" imgW="532" imgH="533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E254B52-269C-D3A9-D06E-7086338AB34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7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9FC3C504-F53C-4C42-9CC7-2B1FEAB92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794" y="225426"/>
            <a:ext cx="9600000" cy="758856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de-DE" dirty="0"/>
              <a:t>Headline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BCD9C51-F1D1-4DFA-A92B-A6E555AB20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7793" y="1365251"/>
            <a:ext cx="11234782" cy="494347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de-DE" dirty="0"/>
              <a:t>Erste Ebene Fließtext // für Zwischenüberschrift und Aufzählung &gt;&gt; Menü &gt; Start &gt; Absatz &gt; Listenebene erhöhen 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6B82080-4095-414F-9A2D-04E6ED0B9D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7793" y="6480000"/>
            <a:ext cx="425777" cy="19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Verdana" panose="020B0604030504040204" pitchFamily="34" charset="0"/>
              <a:buNone/>
              <a:defRPr sz="1000">
                <a:solidFill>
                  <a:srgbClr val="000000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defRPr/>
            </a:lvl5pPr>
            <a:lvl6pPr marL="0" indent="0">
              <a:lnSpc>
                <a:spcPct val="100000"/>
              </a:lnSpc>
              <a:spcBef>
                <a:spcPts val="0"/>
              </a:spcBef>
              <a:defRPr/>
            </a:lvl6pPr>
            <a:lvl7pPr marL="0" indent="0">
              <a:lnSpc>
                <a:spcPct val="100000"/>
              </a:lnSpc>
              <a:spcBef>
                <a:spcPts val="0"/>
              </a:spcBef>
              <a:defRPr/>
            </a:lvl7pPr>
            <a:lvl8pPr marL="0" indent="0">
              <a:lnSpc>
                <a:spcPct val="100000"/>
              </a:lnSpc>
              <a:spcBef>
                <a:spcPts val="0"/>
              </a:spcBef>
              <a:defRPr/>
            </a:lvl8pPr>
            <a:lvl9pPr marL="0" indent="0">
              <a:lnSpc>
                <a:spcPct val="100000"/>
              </a:lnSpc>
              <a:spcBef>
                <a:spcPts val="0"/>
              </a:spcBef>
              <a:defRPr/>
            </a:lvl9pPr>
          </a:lstStyle>
          <a:p>
            <a:fld id="{087158B1-A480-4390-8402-7A80A3BAEC4B}" type="slidenum">
              <a:rPr lang="de-DE" smtClean="0"/>
              <a:pPr/>
              <a:t>‹Nr.›</a:t>
            </a:fld>
            <a:endParaRPr lang="de-DE" dirty="0"/>
          </a:p>
        </p:txBody>
      </p:sp>
      <p:cxnSp>
        <p:nvCxnSpPr>
          <p:cNvPr id="11" name="Gerade Verbindung 7">
            <a:extLst>
              <a:ext uri="{FF2B5EF4-FFF2-40B4-BE49-F238E27FC236}">
                <a16:creationId xmlns:a16="http://schemas.microsoft.com/office/drawing/2014/main" id="{85511A8E-B3D6-4EC9-AE06-644DAAA61121}"/>
              </a:ext>
            </a:extLst>
          </p:cNvPr>
          <p:cNvCxnSpPr/>
          <p:nvPr userDrawn="1"/>
        </p:nvCxnSpPr>
        <p:spPr>
          <a:xfrm>
            <a:off x="0" y="1104000"/>
            <a:ext cx="12192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Grafik 9">
            <a:extLst>
              <a:ext uri="{FF2B5EF4-FFF2-40B4-BE49-F238E27FC236}">
                <a16:creationId xmlns:a16="http://schemas.microsoft.com/office/drawing/2014/main" id="{A2160FC0-570C-7E35-8D13-0235254C457B}"/>
              </a:ext>
            </a:extLst>
          </p:cNvPr>
          <p:cNvPicPr>
            <a:picLocks noChangeAspect="1"/>
          </p:cNvPicPr>
          <p:nvPr userDrawn="1"/>
        </p:nvPicPr>
        <p:blipFill>
          <a:blip r:embed="rId48"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10436465" y="403444"/>
            <a:ext cx="1341434" cy="530835"/>
          </a:xfrm>
          <a:prstGeom prst="rect">
            <a:avLst/>
          </a:prstGeom>
        </p:spPr>
      </p:pic>
      <p:sp>
        <p:nvSpPr>
          <p:cNvPr id="7" name="Fußzeilenplatzhalter 4">
            <a:extLst>
              <a:ext uri="{FF2B5EF4-FFF2-40B4-BE49-F238E27FC236}">
                <a16:creationId xmlns:a16="http://schemas.microsoft.com/office/drawing/2014/main" id="{CEA62E24-6930-A02C-06AE-6B00C7253C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96000" y="6480000"/>
            <a:ext cx="4806777" cy="19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Font typeface="Verdana" panose="020B0604030504040204" pitchFamily="34" charset="0"/>
              <a:buNone/>
              <a:defRPr sz="1000">
                <a:solidFill>
                  <a:srgbClr val="000000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defRPr/>
            </a:lvl5pPr>
            <a:lvl6pPr marL="0" indent="0">
              <a:lnSpc>
                <a:spcPct val="100000"/>
              </a:lnSpc>
              <a:spcBef>
                <a:spcPts val="0"/>
              </a:spcBef>
              <a:defRPr/>
            </a:lvl6pPr>
            <a:lvl7pPr marL="0" indent="0">
              <a:lnSpc>
                <a:spcPct val="100000"/>
              </a:lnSpc>
              <a:spcBef>
                <a:spcPts val="0"/>
              </a:spcBef>
              <a:defRPr/>
            </a:lvl7pPr>
            <a:lvl8pPr marL="0" indent="0">
              <a:lnSpc>
                <a:spcPct val="100000"/>
              </a:lnSpc>
              <a:spcBef>
                <a:spcPts val="0"/>
              </a:spcBef>
              <a:defRPr/>
            </a:lvl8pPr>
            <a:lvl9pPr marL="0" indent="0">
              <a:lnSpc>
                <a:spcPct val="100000"/>
              </a:lnSpc>
              <a:spcBef>
                <a:spcPts val="0"/>
              </a:spcBef>
              <a:defRPr/>
            </a:lvl9pPr>
          </a:lstStyle>
          <a:p>
            <a:r>
              <a:rPr lang="de-DE"/>
              <a:t>Name, Bereich,</a:t>
            </a:r>
            <a:endParaRPr lang="de-DE" dirty="0"/>
          </a:p>
        </p:txBody>
      </p:sp>
      <p:sp>
        <p:nvSpPr>
          <p:cNvPr id="8" name="Datumsplatzhalter 6">
            <a:extLst>
              <a:ext uri="{FF2B5EF4-FFF2-40B4-BE49-F238E27FC236}">
                <a16:creationId xmlns:a16="http://schemas.microsoft.com/office/drawing/2014/main" id="{475CB919-D677-81C2-C2E4-DE53E87F3F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952205" y="6480013"/>
            <a:ext cx="760370" cy="19198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lang="de-DE" sz="1000" smtClean="0">
                <a:solidFill>
                  <a:srgbClr val="000000"/>
                </a:solidFill>
              </a:defRPr>
            </a:lvl1pPr>
          </a:lstStyle>
          <a:p>
            <a:pPr algn="r"/>
            <a:fld id="{C0A60E56-70F9-48CB-A972-9444D0511B5C}" type="datetime1">
              <a:rPr lang="de-DE" sz="1000" smtClean="0">
                <a:solidFill>
                  <a:srgbClr val="000000"/>
                </a:solidFill>
              </a:rPr>
              <a:t>05.01.2026</a:t>
            </a:fld>
            <a:endParaRPr lang="de-DE" sz="1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0475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4" r:id="rId3"/>
    <p:sldLayoutId id="2147483653" r:id="rId4"/>
    <p:sldLayoutId id="2147483655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50" r:id="rId11"/>
    <p:sldLayoutId id="2147483692" r:id="rId12"/>
    <p:sldLayoutId id="2147483691" r:id="rId13"/>
    <p:sldLayoutId id="2147483660" r:id="rId14"/>
    <p:sldLayoutId id="2147483690" r:id="rId15"/>
    <p:sldLayoutId id="2147483658" r:id="rId16"/>
    <p:sldLayoutId id="2147483659" r:id="rId17"/>
    <p:sldLayoutId id="2147483663" r:id="rId18"/>
    <p:sldLayoutId id="2147483664" r:id="rId19"/>
    <p:sldLayoutId id="2147483674" r:id="rId20"/>
    <p:sldLayoutId id="2147483675" r:id="rId21"/>
    <p:sldLayoutId id="2147483680" r:id="rId22"/>
    <p:sldLayoutId id="2147483681" r:id="rId23"/>
    <p:sldLayoutId id="2147483656" r:id="rId24"/>
    <p:sldLayoutId id="2147483657" r:id="rId25"/>
    <p:sldLayoutId id="2147483672" r:id="rId26"/>
    <p:sldLayoutId id="2147483673" r:id="rId27"/>
    <p:sldLayoutId id="2147483661" r:id="rId28"/>
    <p:sldLayoutId id="2147483684" r:id="rId29"/>
    <p:sldLayoutId id="2147483685" r:id="rId30"/>
    <p:sldLayoutId id="2147483686" r:id="rId31"/>
    <p:sldLayoutId id="2147483682" r:id="rId32"/>
    <p:sldLayoutId id="2147483683" r:id="rId33"/>
    <p:sldLayoutId id="2147483665" r:id="rId34"/>
    <p:sldLayoutId id="2147483688" r:id="rId35"/>
    <p:sldLayoutId id="2147483693" r:id="rId36"/>
    <p:sldLayoutId id="2147483676" r:id="rId37"/>
    <p:sldLayoutId id="2147483677" r:id="rId38"/>
    <p:sldLayoutId id="2147483679" r:id="rId39"/>
    <p:sldLayoutId id="2147483687" r:id="rId40"/>
    <p:sldLayoutId id="2147483689" r:id="rId41"/>
    <p:sldLayoutId id="2147483666" r:id="rId42"/>
    <p:sldLayoutId id="2147483694" r:id="rId43"/>
  </p:sldLayoutIdLst>
  <p:hf hdr="0"/>
  <p:txStyles>
    <p:titleStyle>
      <a:lvl1pPr marL="0" indent="0" algn="l" defTabSz="914377" rtl="0" eaLnBrk="1" latinLnBrk="0" hangingPunct="1">
        <a:lnSpc>
          <a:spcPct val="90000"/>
        </a:lnSpc>
        <a:spcBef>
          <a:spcPts val="0"/>
        </a:spcBef>
        <a:buFont typeface="Verdana" panose="020B0604030504040204" pitchFamily="34" charset="0"/>
        <a:buNone/>
        <a:defRPr sz="2800" kern="1200">
          <a:solidFill>
            <a:srgbClr val="000000"/>
          </a:solidFill>
          <a:latin typeface="+mj-lt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Verdana" panose="020B0604030504040204" pitchFamily="34" charset="0"/>
        <a:buNone/>
        <a:defRPr sz="1600" kern="1200">
          <a:solidFill>
            <a:srgbClr val="000000"/>
          </a:solidFill>
          <a:latin typeface="+mn-lt"/>
          <a:ea typeface="+mn-ea"/>
          <a:cs typeface="+mn-cs"/>
        </a:defRPr>
      </a:lvl1pPr>
      <a:lvl2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Verdana" panose="020B0604030504040204" pitchFamily="34" charset="0"/>
        <a:buNone/>
        <a:defRPr sz="1600" b="1" kern="1200">
          <a:solidFill>
            <a:srgbClr val="000000"/>
          </a:solidFill>
          <a:latin typeface="+mn-lt"/>
          <a:ea typeface="+mn-ea"/>
          <a:cs typeface="+mn-cs"/>
        </a:defRPr>
      </a:lvl2pPr>
      <a:lvl3pPr marL="180000" indent="-18000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>
          <a:schemeClr val="accent1"/>
        </a:buClr>
        <a:buFont typeface="Verdana" panose="020B0604030504040204" pitchFamily="34" charset="0"/>
        <a:buChar char="•"/>
        <a:defRPr sz="1600" kern="1200">
          <a:solidFill>
            <a:srgbClr val="000000"/>
          </a:solidFill>
          <a:latin typeface="+mn-lt"/>
          <a:ea typeface="+mn-ea"/>
          <a:cs typeface="+mn-cs"/>
        </a:defRPr>
      </a:lvl3pPr>
      <a:lvl4pPr marL="360000" indent="-18000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>
          <a:schemeClr val="accent1"/>
        </a:buClr>
        <a:buFont typeface="Verdana" panose="020B0604030504040204" pitchFamily="34" charset="0"/>
        <a:buChar char="•"/>
        <a:defRPr sz="1600" kern="1200">
          <a:solidFill>
            <a:srgbClr val="000000"/>
          </a:solidFill>
          <a:latin typeface="+mn-lt"/>
          <a:ea typeface="+mn-ea"/>
          <a:cs typeface="+mn-cs"/>
        </a:defRPr>
      </a:lvl4pPr>
      <a:lvl5pPr marL="540000" indent="-18000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>
          <a:schemeClr val="accent1"/>
        </a:buClr>
        <a:buFont typeface="Verdana" panose="020B0604030504040204" pitchFamily="34" charset="0"/>
        <a:buChar char="•"/>
        <a:defRPr sz="1600" kern="1200">
          <a:solidFill>
            <a:srgbClr val="000000"/>
          </a:solidFill>
          <a:latin typeface="+mn-lt"/>
          <a:ea typeface="+mn-ea"/>
          <a:cs typeface="+mn-cs"/>
        </a:defRPr>
      </a:lvl5pPr>
      <a:lvl6pPr marL="239994" indent="-239994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>
          <a:schemeClr val="accent1"/>
        </a:buClr>
        <a:buFont typeface="Verdana" panose="020B0604030504040204" pitchFamily="34" charset="0"/>
        <a:buChar char="&gt;"/>
        <a:tabLst>
          <a:tab pos="2159946" algn="l"/>
        </a:tabLst>
        <a:defRPr sz="1600" kern="1200">
          <a:solidFill>
            <a:srgbClr val="000000"/>
          </a:solidFill>
          <a:latin typeface="+mn-lt"/>
          <a:ea typeface="+mn-ea"/>
          <a:cs typeface="+mn-cs"/>
        </a:defRPr>
      </a:lvl6pPr>
      <a:lvl7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Verdana" panose="020B060403050404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Verdana" panose="020B060403050404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Verdana" panose="020B060403050404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72" userDrawn="1">
          <p15:clr>
            <a:srgbClr val="A4A3A4"/>
          </p15:clr>
        </p15:guide>
        <p15:guide id="2" pos="302" userDrawn="1">
          <p15:clr>
            <a:srgbClr val="A4A3A4"/>
          </p15:clr>
        </p15:guide>
        <p15:guide id="3" pos="3840" userDrawn="1">
          <p15:clr>
            <a:srgbClr val="A4A3A4"/>
          </p15:clr>
        </p15:guide>
        <p15:guide id="4" orient="horz" pos="346" userDrawn="1">
          <p15:clr>
            <a:srgbClr val="A4A3A4"/>
          </p15:clr>
        </p15:guide>
        <p15:guide id="5" orient="horz" pos="142" userDrawn="1">
          <p15:clr>
            <a:srgbClr val="A4A3A4"/>
          </p15:clr>
        </p15:guide>
        <p15:guide id="6" orient="horz" pos="845" userDrawn="1">
          <p15:clr>
            <a:srgbClr val="A4A3A4"/>
          </p15:clr>
        </p15:guide>
        <p15:guide id="7" orient="horz" pos="3974" userDrawn="1">
          <p15:clr>
            <a:srgbClr val="A4A3A4"/>
          </p15:clr>
        </p15:guide>
        <p15:guide id="8" pos="7378" userDrawn="1">
          <p15:clr>
            <a:srgbClr val="F26B43"/>
          </p15:clr>
        </p15:guide>
        <p15:guide id="9" orient="horz" pos="2160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Relationship Id="rId5" Type="http://schemas.openxmlformats.org/officeDocument/2006/relationships/image" Target="../media/image20.jpeg"/><Relationship Id="rId4" Type="http://schemas.openxmlformats.org/officeDocument/2006/relationships/image" Target="../media/image1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12.xml"/><Relationship Id="rId4" Type="http://schemas.openxmlformats.org/officeDocument/2006/relationships/image" Target="../media/image1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3.xml"/><Relationship Id="rId4" Type="http://schemas.openxmlformats.org/officeDocument/2006/relationships/image" Target="../media/image1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4.xml"/><Relationship Id="rId4" Type="http://schemas.openxmlformats.org/officeDocument/2006/relationships/image" Target="../media/image1.e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39.xml"/><Relationship Id="rId1" Type="http://schemas.openxmlformats.org/officeDocument/2006/relationships/tags" Target="../tags/tag15.xml"/><Relationship Id="rId4" Type="http://schemas.openxmlformats.org/officeDocument/2006/relationships/image" Target="../media/image1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23.xml"/><Relationship Id="rId1" Type="http://schemas.openxmlformats.org/officeDocument/2006/relationships/tags" Target="../tags/tag16.xml"/><Relationship Id="rId4" Type="http://schemas.openxmlformats.org/officeDocument/2006/relationships/image" Target="../media/image1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39.xml"/><Relationship Id="rId1" Type="http://schemas.openxmlformats.org/officeDocument/2006/relationships/tags" Target="../tags/tag17.xml"/><Relationship Id="rId4" Type="http://schemas.openxmlformats.org/officeDocument/2006/relationships/image" Target="../media/image1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23.xml"/><Relationship Id="rId1" Type="http://schemas.openxmlformats.org/officeDocument/2006/relationships/tags" Target="../tags/tag18.xml"/><Relationship Id="rId4" Type="http://schemas.openxmlformats.org/officeDocument/2006/relationships/image" Target="../media/image1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9.xml"/><Relationship Id="rId4" Type="http://schemas.openxmlformats.org/officeDocument/2006/relationships/image" Target="../media/image1.em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4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0.xml"/><Relationship Id="rId4" Type="http://schemas.openxmlformats.org/officeDocument/2006/relationships/image" Target="../media/image1.emf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1.xml"/><Relationship Id="rId4" Type="http://schemas.openxmlformats.org/officeDocument/2006/relationships/image" Target="../media/image1.emf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2.xml"/><Relationship Id="rId4" Type="http://schemas.openxmlformats.org/officeDocument/2006/relationships/image" Target="../media/image1.emf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3.xml"/><Relationship Id="rId4" Type="http://schemas.openxmlformats.org/officeDocument/2006/relationships/image" Target="../media/image1.e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4.xml"/><Relationship Id="rId4" Type="http://schemas.openxmlformats.org/officeDocument/2006/relationships/image" Target="../media/image1.e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3.xml"/><Relationship Id="rId4" Type="http://schemas.openxmlformats.org/officeDocument/2006/relationships/image" Target="../media/image48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4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5.xml"/><Relationship Id="rId4" Type="http://schemas.openxmlformats.org/officeDocument/2006/relationships/image" Target="../media/image1.emf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42.xml"/><Relationship Id="rId1" Type="http://schemas.openxmlformats.org/officeDocument/2006/relationships/tags" Target="../tags/tag26.xml"/><Relationship Id="rId4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hink-cell data - do not delete" hidden="1">
            <a:extLst>
              <a:ext uri="{FF2B5EF4-FFF2-40B4-BE49-F238E27FC236}">
                <a16:creationId xmlns:a16="http://schemas.microsoft.com/office/drawing/2014/main" id="{A6F6638D-CACC-4AD3-D4F4-3407BA7DB99F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4706499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532" imgH="533" progId="TCLayout.ActiveDocument.1">
                  <p:embed/>
                </p:oleObj>
              </mc:Choice>
              <mc:Fallback>
                <p:oleObj name="think-cell Folie" r:id="rId3" imgW="532" imgH="533" progId="TCLayout.ActiveDocument.1">
                  <p:embed/>
                  <p:pic>
                    <p:nvPicPr>
                      <p:cNvPr id="1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6F6638D-CACC-4AD3-D4F4-3407BA7DB9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Bildplatzhalter 6" descr="Ein Bild, das Wasser, draußen, Boot, Gebäude enthält.&#10;&#10;Automatisch generierte Beschreibung">
            <a:extLst>
              <a:ext uri="{FF2B5EF4-FFF2-40B4-BE49-F238E27FC236}">
                <a16:creationId xmlns:a16="http://schemas.microsoft.com/office/drawing/2014/main" id="{9A7C52FF-7BEB-485E-88D7-19EE8395BEF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900"/>
            <a:ext cx="12191999" cy="4561653"/>
          </a:xfrm>
        </p:spPr>
      </p:pic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99E6486-6349-4A39-B76E-4D34F0ED9B7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14917" y="5362999"/>
            <a:ext cx="8640000" cy="336000"/>
          </a:xfrm>
        </p:spPr>
        <p:txBody>
          <a:bodyPr/>
          <a:lstStyle/>
          <a:p>
            <a:r>
              <a:rPr lang="de-DE" dirty="0"/>
              <a:t>Von Listensortieren, über Matrizenmultiplikation bis zur Kryptographie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10681F1-DC14-4168-91E9-188FFCE654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7256" y="4773083"/>
            <a:ext cx="8640000" cy="479999"/>
          </a:xfrm>
        </p:spPr>
        <p:txBody>
          <a:bodyPr vert="horz" rIns="0"/>
          <a:lstStyle/>
          <a:p>
            <a:r>
              <a:rPr lang="de-DE" dirty="0"/>
              <a:t>Spaß mit Algorithmen</a:t>
            </a:r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CE52A28B-422F-42A1-83C0-E05F3CBE732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0" y="4303353"/>
            <a:ext cx="12192000" cy="259200"/>
          </a:xfrm>
        </p:spPr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62FF670C-A167-A95A-7CA4-8B64C7F102C7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003102F7-326F-497C-B128-E026DECD7822}" type="datetime1">
              <a:rPr lang="de-DE" smtClean="0"/>
              <a:t>05.01.2026</a:t>
            </a:fld>
            <a:r>
              <a:rPr lang="de-DE" dirty="0"/>
              <a:t>,</a:t>
            </a:r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A98630E0-AAB3-14C2-4815-79F32B8414C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de-DE" dirty="0"/>
              <a:t>Luna Nox Brüntrup</a:t>
            </a:r>
            <a:endParaRPr lang="de-DE" sz="1400" dirty="0"/>
          </a:p>
        </p:txBody>
      </p:sp>
    </p:spTree>
    <p:extLst>
      <p:ext uri="{BB962C8B-B14F-4D97-AF65-F5344CB8AC3E}">
        <p14:creationId xmlns:p14="http://schemas.microsoft.com/office/powerpoint/2010/main" val="25469815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01B9C4F1-AF1B-125F-8CD4-64497B90274D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9477297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532" imgH="533" progId="TCLayout.ActiveDocument.1">
                  <p:embed/>
                </p:oleObj>
              </mc:Choice>
              <mc:Fallback>
                <p:oleObj name="think-cell Folie" r:id="rId3" imgW="532" imgH="533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1B9C4F1-AF1B-125F-8CD4-64497B90274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3FD228C8-F404-34BD-3308-C6C615688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de-DE" dirty="0"/>
              <a:t>Agenda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56AC557D-8F70-1E10-C143-12C84A28BE1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pPr defTabSz="720000"/>
            <a:r>
              <a:rPr lang="de-DE" dirty="0">
                <a:solidFill>
                  <a:schemeClr val="accent1"/>
                </a:solidFill>
              </a:rPr>
              <a:t>03	</a:t>
            </a:r>
            <a:r>
              <a:rPr lang="de-DE" b="0" dirty="0"/>
              <a:t>Allgemeines zu Algorithmen</a:t>
            </a:r>
            <a:br>
              <a:rPr lang="de-DE" b="0" dirty="0"/>
            </a:br>
            <a:br>
              <a:rPr lang="de-DE" dirty="0"/>
            </a:br>
            <a:r>
              <a:rPr lang="de-DE" dirty="0">
                <a:solidFill>
                  <a:schemeClr val="accent1"/>
                </a:solidFill>
              </a:rPr>
              <a:t>16</a:t>
            </a:r>
            <a:r>
              <a:rPr lang="de-DE" dirty="0"/>
              <a:t>	</a:t>
            </a:r>
            <a:r>
              <a:rPr lang="de-DE" b="0" dirty="0"/>
              <a:t>O-Notation</a:t>
            </a:r>
            <a:br>
              <a:rPr lang="de-DE" dirty="0"/>
            </a:br>
            <a:br>
              <a:rPr lang="de-DE" dirty="0"/>
            </a:br>
            <a:r>
              <a:rPr lang="de-DE" dirty="0">
                <a:solidFill>
                  <a:schemeClr val="accent1"/>
                </a:solidFill>
              </a:rPr>
              <a:t>19</a:t>
            </a:r>
            <a:r>
              <a:rPr lang="de-DE" dirty="0"/>
              <a:t>	</a:t>
            </a:r>
            <a:r>
              <a:rPr lang="de-DE" b="0" dirty="0"/>
              <a:t>Listen sortieren</a:t>
            </a:r>
            <a:br>
              <a:rPr lang="de-DE" dirty="0"/>
            </a:br>
            <a:br>
              <a:rPr lang="de-DE" dirty="0"/>
            </a:br>
            <a:r>
              <a:rPr lang="de-DE" dirty="0">
                <a:solidFill>
                  <a:schemeClr val="accent1"/>
                </a:solidFill>
              </a:rPr>
              <a:t>24</a:t>
            </a:r>
            <a:r>
              <a:rPr lang="de-DE" dirty="0"/>
              <a:t>	</a:t>
            </a:r>
            <a:r>
              <a:rPr lang="de-DE" b="0" dirty="0"/>
              <a:t>CPU vs. GPU</a:t>
            </a:r>
            <a:br>
              <a:rPr lang="de-DE" b="0" dirty="0"/>
            </a:br>
            <a:br>
              <a:rPr lang="de-DE" b="0" dirty="0"/>
            </a:br>
            <a:r>
              <a:rPr lang="de-DE" dirty="0">
                <a:solidFill>
                  <a:schemeClr val="accent1"/>
                </a:solidFill>
              </a:rPr>
              <a:t>27</a:t>
            </a:r>
            <a:r>
              <a:rPr lang="de-DE" dirty="0"/>
              <a:t> 	</a:t>
            </a:r>
            <a:r>
              <a:rPr lang="de-DE" b="0" dirty="0"/>
              <a:t>Matrizen Rechnungen</a:t>
            </a:r>
            <a:br>
              <a:rPr lang="de-DE" dirty="0"/>
            </a:br>
            <a:br>
              <a:rPr lang="de-DE" dirty="0"/>
            </a:br>
            <a:r>
              <a:rPr lang="de-DE" dirty="0">
                <a:solidFill>
                  <a:schemeClr val="accent1"/>
                </a:solidFill>
              </a:rPr>
              <a:t>38</a:t>
            </a:r>
            <a:r>
              <a:rPr lang="de-DE" dirty="0"/>
              <a:t>	</a:t>
            </a:r>
            <a:r>
              <a:rPr lang="de-DE" b="0" dirty="0"/>
              <a:t>Verschlüsselung</a:t>
            </a:r>
            <a:br>
              <a:rPr lang="de-DE" dirty="0"/>
            </a:br>
            <a:br>
              <a:rPr lang="de-DE" dirty="0"/>
            </a:br>
            <a:r>
              <a:rPr lang="de-DE" dirty="0">
                <a:solidFill>
                  <a:schemeClr val="accent1"/>
                </a:solidFill>
              </a:rPr>
              <a:t>41</a:t>
            </a:r>
            <a:r>
              <a:rPr lang="de-DE" dirty="0"/>
              <a:t>	</a:t>
            </a:r>
            <a:r>
              <a:rPr lang="de-DE" b="0" dirty="0"/>
              <a:t>Public-Key-Verschlüsselungsverfahren</a:t>
            </a:r>
            <a:br>
              <a:rPr lang="de-DE" dirty="0"/>
            </a:br>
            <a:br>
              <a:rPr lang="de-DE" dirty="0"/>
            </a:br>
            <a:r>
              <a:rPr lang="de-DE" dirty="0">
                <a:solidFill>
                  <a:schemeClr val="accent1"/>
                </a:solidFill>
              </a:rPr>
              <a:t>53</a:t>
            </a:r>
            <a:r>
              <a:rPr lang="de-DE" dirty="0"/>
              <a:t>	</a:t>
            </a:r>
            <a:r>
              <a:rPr lang="de-DE" b="0" dirty="0"/>
              <a:t>Aufgaben</a:t>
            </a:r>
          </a:p>
          <a:p>
            <a:endParaRPr lang="de-DE" dirty="0"/>
          </a:p>
          <a:p>
            <a:endParaRPr lang="de-DE" dirty="0"/>
          </a:p>
        </p:txBody>
      </p: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5830BD1B-5400-EBA0-FB22-4B2FFC0FDA03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pPr algn="r"/>
            <a:fld id="{29E50FD4-DCB5-4584-AF11-78BAE26C6EC3}" type="datetime1">
              <a:rPr lang="de-DE" sz="1000" smtClean="0">
                <a:solidFill>
                  <a:srgbClr val="000000"/>
                </a:solidFill>
              </a:rPr>
              <a:t>05.01.2026</a:t>
            </a:fld>
            <a:endParaRPr lang="de-DE" sz="1000" dirty="0">
              <a:solidFill>
                <a:srgbClr val="000000"/>
              </a:solidFill>
            </a:endParaRPr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16FA97A2-C683-7D18-7D90-212E6328D932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de-DE" dirty="0"/>
              <a:t>Luna Nox Brüntrup,</a:t>
            </a:r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5CE0F5C1-CF78-4094-256D-94B4500F550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87158B1-A480-4390-8402-7A80A3BAEC4B}" type="slidenum">
              <a:rPr lang="de-DE" smtClean="0"/>
              <a:pPr/>
              <a:t>2</a:t>
            </a:fld>
            <a:r>
              <a:rPr lang="de-DE" dirty="0"/>
              <a:t> / 57</a:t>
            </a:r>
          </a:p>
        </p:txBody>
      </p:sp>
    </p:spTree>
    <p:extLst>
      <p:ext uri="{BB962C8B-B14F-4D97-AF65-F5344CB8AC3E}">
        <p14:creationId xmlns:p14="http://schemas.microsoft.com/office/powerpoint/2010/main" val="38880038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FC4EB3E1-D021-E944-A3F8-1CAA19439467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2804127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532" imgH="533" progId="TCLayout.ActiveDocument.1">
                  <p:embed/>
                </p:oleObj>
              </mc:Choice>
              <mc:Fallback>
                <p:oleObj name="think-cell Folie" r:id="rId3" imgW="532" imgH="533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C4EB3E1-D021-E944-A3F8-1CAA1943946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itel 7">
            <a:extLst>
              <a:ext uri="{FF2B5EF4-FFF2-40B4-BE49-F238E27FC236}">
                <a16:creationId xmlns:a16="http://schemas.microsoft.com/office/drawing/2014/main" id="{D1393989-A3C0-5A79-0291-C433EA35EE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799" y="1341438"/>
            <a:ext cx="11233775" cy="758856"/>
          </a:xfrm>
        </p:spPr>
        <p:txBody>
          <a:bodyPr vert="horz" rIns="0"/>
          <a:lstStyle/>
          <a:p>
            <a:r>
              <a:rPr lang="de-DE" dirty="0"/>
              <a:t>1. Allgemeines zu Algorithmen</a:t>
            </a:r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02E0CC5B-4CA6-12EF-2DD9-2F57E2DD35A5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algn="r"/>
            <a:fld id="{8F535730-0CAF-45C3-89E5-B14F7860B638}" type="datetime1">
              <a:rPr lang="de-DE" sz="1000" smtClean="0">
                <a:solidFill>
                  <a:srgbClr val="000000"/>
                </a:solidFill>
              </a:rPr>
              <a:t>05.01.2026</a:t>
            </a:fld>
            <a:endParaRPr lang="de-DE" sz="1000">
              <a:solidFill>
                <a:srgbClr val="000000"/>
              </a:solidFill>
            </a:endParaRPr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7BB43411-90FC-BF94-9A14-A1E1B01F054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Name, Bereich,</a:t>
            </a:r>
            <a:endParaRPr lang="de-DE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2FAD350E-4B93-38EC-554D-73AA6720AFD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87158B1-A480-4390-8402-7A80A3BAEC4B}" type="slidenum">
              <a:rPr lang="de-DE" smtClean="0"/>
              <a:pPr/>
              <a:t>3</a:t>
            </a:fld>
            <a:r>
              <a:rPr lang="de-DE" dirty="0"/>
              <a:t> / 57</a:t>
            </a:r>
          </a:p>
        </p:txBody>
      </p:sp>
    </p:spTree>
    <p:extLst>
      <p:ext uri="{BB962C8B-B14F-4D97-AF65-F5344CB8AC3E}">
        <p14:creationId xmlns:p14="http://schemas.microsoft.com/office/powerpoint/2010/main" val="20089567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0BB80AF6-2292-A117-D303-6992F2DA5CE4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3930803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532" imgH="533" progId="TCLayout.ActiveDocument.1">
                  <p:embed/>
                </p:oleObj>
              </mc:Choice>
              <mc:Fallback>
                <p:oleObj name="think-cell Folie" r:id="rId3" imgW="532" imgH="533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BB80AF6-2292-A117-D303-6992F2DA5CE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platzhalter 1">
            <a:extLst>
              <a:ext uri="{FF2B5EF4-FFF2-40B4-BE49-F238E27FC236}">
                <a16:creationId xmlns:a16="http://schemas.microsoft.com/office/drawing/2014/main" id="{EE4E2531-E7CB-344E-0DC1-DB733D84178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dirty="0"/>
              <a:t>Eine eindeutige Folge von Anweisungen, mit endlicher Anzahl an Schritten, um ein Problem zu lösen.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9D4FCC32-8B4B-8406-DA92-3C29541EC69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vert="horz" rIns="0"/>
          <a:lstStyle/>
          <a:p>
            <a:r>
              <a:rPr lang="de-DE" dirty="0"/>
              <a:t>1.1 Was ist ein Algorithmus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4B0E111-12CD-12AD-6DF8-F078BA59466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pPr marL="180000" lvl="3" indent="0">
              <a:buNone/>
            </a:pPr>
            <a:endParaRPr lang="de-DE" dirty="0">
              <a:solidFill>
                <a:srgbClr val="000000"/>
              </a:solidFill>
            </a:endParaRPr>
          </a:p>
          <a:p>
            <a:pPr marL="180000" lvl="3" indent="0">
              <a:buNone/>
            </a:pPr>
            <a:r>
              <a:rPr lang="de-DE" dirty="0">
                <a:solidFill>
                  <a:srgbClr val="000000"/>
                </a:solidFill>
              </a:rPr>
              <a:t>Beispiel schriftliche Multiplikation:</a:t>
            </a:r>
          </a:p>
          <a:p>
            <a:pPr marL="0" lvl="5" indent="0">
              <a:buNone/>
            </a:pPr>
            <a:r>
              <a:rPr lang="de-DE" dirty="0">
                <a:solidFill>
                  <a:srgbClr val="000000"/>
                </a:solidFill>
              </a:rPr>
              <a:t>		</a:t>
            </a: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de-DE" u="sng" dirty="0">
                <a:latin typeface="Consolas" panose="020B0609020204030204" pitchFamily="49" charset="0"/>
              </a:rPr>
              <a:t> 4 2 * 6 8   </a:t>
            </a:r>
            <a:endParaRPr lang="de-DE" dirty="0">
              <a:latin typeface="Consolas" panose="020B0609020204030204" pitchFamily="49" charset="0"/>
            </a:endParaRPr>
          </a:p>
          <a:p>
            <a:r>
              <a:rPr lang="de-DE" dirty="0">
                <a:latin typeface="Consolas" panose="020B0609020204030204" pitchFamily="49" charset="0"/>
              </a:rPr>
              <a:t>	    2 4</a:t>
            </a:r>
          </a:p>
          <a:p>
            <a:r>
              <a:rPr lang="de-DE" dirty="0">
                <a:latin typeface="Consolas" panose="020B0609020204030204" pitchFamily="49" charset="0"/>
              </a:rPr>
              <a:t>	+     1 2</a:t>
            </a:r>
          </a:p>
          <a:p>
            <a:r>
              <a:rPr lang="de-DE" dirty="0">
                <a:latin typeface="Consolas" panose="020B0609020204030204" pitchFamily="49" charset="0"/>
              </a:rPr>
              <a:t>	+     3 2</a:t>
            </a:r>
          </a:p>
          <a:p>
            <a:r>
              <a:rPr lang="de-DE" dirty="0">
                <a:latin typeface="Consolas" panose="020B0609020204030204" pitchFamily="49" charset="0"/>
              </a:rPr>
              <a:t>	</a:t>
            </a:r>
            <a:r>
              <a:rPr lang="de-DE" u="sng" dirty="0">
                <a:latin typeface="Consolas" panose="020B0609020204030204" pitchFamily="49" charset="0"/>
              </a:rPr>
              <a:t>+       1 6</a:t>
            </a:r>
            <a:endParaRPr lang="de-DE" dirty="0">
              <a:latin typeface="Consolas" panose="020B0609020204030204" pitchFamily="49" charset="0"/>
            </a:endParaRPr>
          </a:p>
          <a:p>
            <a:r>
              <a:rPr lang="de-DE" dirty="0">
                <a:latin typeface="Consolas" panose="020B0609020204030204" pitchFamily="49" charset="0"/>
              </a:rPr>
              <a:t>	    2 8 5 6</a:t>
            </a:r>
            <a:endParaRPr lang="de-DE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1C173ADF-4638-20EF-F71B-BAFAFD2B8F2C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pPr algn="r"/>
            <a:fld id="{14D4C903-EDDD-4AC5-88C4-CD3E36BF2095}" type="datetime1">
              <a:rPr lang="de-DE" sz="1000" smtClean="0">
                <a:solidFill>
                  <a:srgbClr val="000000"/>
                </a:solidFill>
              </a:rPr>
              <a:t>05.01.2026</a:t>
            </a:fld>
            <a:endParaRPr lang="de-DE" sz="1000">
              <a:solidFill>
                <a:srgbClr val="000000"/>
              </a:solidFill>
            </a:endParaRPr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AA65903F-6486-B3CB-ADF5-18E192D7402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087158B1-A480-4390-8402-7A80A3BAEC4B}" type="slidenum">
              <a:rPr lang="de-DE" smtClean="0"/>
              <a:pPr/>
              <a:t>4</a:t>
            </a:fld>
            <a:r>
              <a:rPr lang="de-DE" dirty="0"/>
              <a:t> / 57</a:t>
            </a:r>
          </a:p>
        </p:txBody>
      </p:sp>
    </p:spTree>
    <p:extLst>
      <p:ext uri="{BB962C8B-B14F-4D97-AF65-F5344CB8AC3E}">
        <p14:creationId xmlns:p14="http://schemas.microsoft.com/office/powerpoint/2010/main" val="19714622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6F843B00-350B-4A55-B5BE-5162E766D9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1651" y="1365251"/>
            <a:ext cx="8955605" cy="477948"/>
          </a:xfrm>
        </p:spPr>
        <p:txBody>
          <a:bodyPr/>
          <a:lstStyle/>
          <a:p>
            <a:r>
              <a:rPr lang="de-DE" dirty="0">
                <a:solidFill>
                  <a:srgbClr val="000000"/>
                </a:solidFill>
              </a:rPr>
              <a:t>1.2 Eigenschafen von Algorithmen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B02E36B7-1B82-42CD-A08A-1B16CAB0792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1651" y="2125433"/>
            <a:ext cx="8955605" cy="4154720"/>
          </a:xfrm>
        </p:spPr>
        <p:txBody>
          <a:bodyPr/>
          <a:lstStyle/>
          <a:p>
            <a:pPr marL="0" lvl="2" indent="0">
              <a:buNone/>
            </a:pPr>
            <a:r>
              <a:rPr lang="de-DE" dirty="0"/>
              <a:t>     Endlichkeit</a:t>
            </a:r>
          </a:p>
          <a:p>
            <a:pPr lvl="4"/>
            <a:r>
              <a:rPr lang="de-DE" dirty="0"/>
              <a:t>Endliche Länge der Beschreibung und endlich großer Ressourcenverbrauch </a:t>
            </a:r>
          </a:p>
          <a:p>
            <a:pPr lvl="4"/>
            <a:endParaRPr lang="de-DE" dirty="0"/>
          </a:p>
          <a:p>
            <a:pPr marL="360000" lvl="4" indent="0">
              <a:buNone/>
            </a:pPr>
            <a:r>
              <a:rPr lang="de-DE" dirty="0"/>
              <a:t>Komplexität</a:t>
            </a:r>
          </a:p>
          <a:p>
            <a:pPr lvl="4"/>
            <a:r>
              <a:rPr lang="de-DE" dirty="0"/>
              <a:t>Aufwand an Rechenzeit und Speicherplatz</a:t>
            </a:r>
          </a:p>
          <a:p>
            <a:pPr lvl="4"/>
            <a:endParaRPr lang="de-DE" dirty="0"/>
          </a:p>
          <a:p>
            <a:pPr marL="360000" lvl="4" indent="0">
              <a:buNone/>
            </a:pPr>
            <a:r>
              <a:rPr lang="de-DE" dirty="0"/>
              <a:t>Terminiert</a:t>
            </a:r>
          </a:p>
          <a:p>
            <a:pPr lvl="4"/>
            <a:r>
              <a:rPr lang="de-DE" dirty="0"/>
              <a:t>Ein Ergebnis liegt nach endlich vielen Schritten vor</a:t>
            </a:r>
          </a:p>
          <a:p>
            <a:pPr lvl="4"/>
            <a:endParaRPr lang="de-DE" dirty="0"/>
          </a:p>
          <a:p>
            <a:pPr marL="360000" lvl="4" indent="0">
              <a:buNone/>
            </a:pPr>
            <a:r>
              <a:rPr lang="de-DE" dirty="0"/>
              <a:t>Determiniertheit</a:t>
            </a:r>
          </a:p>
          <a:p>
            <a:pPr lvl="4"/>
            <a:r>
              <a:rPr lang="de-DE" dirty="0"/>
              <a:t>Bei gleicher Eingabe, gleiche Ausgabe; unterschiedliche Zwischenschritte möglich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F20C6B22-B74D-0141-8767-44CA17E2D80A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503195" y="6480000"/>
            <a:ext cx="960000" cy="192000"/>
          </a:xfrm>
        </p:spPr>
        <p:txBody>
          <a:bodyPr/>
          <a:lstStyle/>
          <a:p>
            <a:fld id="{087158B1-A480-4390-8402-7A80A3BAEC4B}" type="slidenum">
              <a:rPr lang="de-DE" smtClean="0">
                <a:solidFill>
                  <a:srgbClr val="000000"/>
                </a:solidFill>
              </a:rPr>
              <a:pPr/>
              <a:t>5</a:t>
            </a:fld>
            <a:r>
              <a:rPr lang="de-DE" dirty="0"/>
              <a:t> / 57</a:t>
            </a:r>
            <a:endParaRPr lang="de-DE" dirty="0">
              <a:solidFill>
                <a:srgbClr val="000000"/>
              </a:solidFill>
            </a:endParaRPr>
          </a:p>
        </p:txBody>
      </p:sp>
      <p:sp>
        <p:nvSpPr>
          <p:cNvPr id="6" name="Störer rot">
            <a:extLst>
              <a:ext uri="{FF2B5EF4-FFF2-40B4-BE49-F238E27FC236}">
                <a16:creationId xmlns:a16="http://schemas.microsoft.com/office/drawing/2014/main" id="{7FD061C3-AE58-9AA2-C9F1-165202C623BE}"/>
              </a:ext>
            </a:extLst>
          </p:cNvPr>
          <p:cNvSpPr>
            <a:spLocks noChangeAspect="1"/>
          </p:cNvSpPr>
          <p:nvPr/>
        </p:nvSpPr>
        <p:spPr>
          <a:xfrm>
            <a:off x="10011901" y="621322"/>
            <a:ext cx="1678448" cy="1678445"/>
          </a:xfrm>
          <a:prstGeom prst="ellipse">
            <a:avLst/>
          </a:prstGeom>
          <a:solidFill>
            <a:srgbClr val="6BBF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de-DE" sz="1333" b="1" dirty="0"/>
              <a:t>Auf 1.2 wird später aufgebaut </a:t>
            </a:r>
          </a:p>
        </p:txBody>
      </p:sp>
    </p:spTree>
    <p:extLst>
      <p:ext uri="{BB962C8B-B14F-4D97-AF65-F5344CB8AC3E}">
        <p14:creationId xmlns:p14="http://schemas.microsoft.com/office/powerpoint/2010/main" val="5311055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108B58-9FE6-C7A3-4ED6-E78E2DAF3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3DAD74AE-3095-1342-44C0-671F60FB9F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1651" y="1365251"/>
            <a:ext cx="8955605" cy="477948"/>
          </a:xfrm>
        </p:spPr>
        <p:txBody>
          <a:bodyPr/>
          <a:lstStyle/>
          <a:p>
            <a:r>
              <a:rPr lang="de-DE" dirty="0">
                <a:solidFill>
                  <a:srgbClr val="000000"/>
                </a:solidFill>
              </a:rPr>
              <a:t>1.2 Eigenschafen von Algorithmen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CED1C816-E3D6-26B9-C969-AD74EEE652E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1651" y="2125433"/>
            <a:ext cx="8955605" cy="4154720"/>
          </a:xfrm>
        </p:spPr>
        <p:txBody>
          <a:bodyPr/>
          <a:lstStyle/>
          <a:p>
            <a:pPr marL="180000" lvl="3" indent="0">
              <a:buNone/>
            </a:pPr>
            <a:r>
              <a:rPr lang="de-DE" dirty="0">
                <a:solidFill>
                  <a:srgbClr val="000000"/>
                </a:solidFill>
              </a:rPr>
              <a:t>Deterministisch</a:t>
            </a:r>
          </a:p>
          <a:p>
            <a:pPr lvl="3"/>
            <a:r>
              <a:rPr lang="de-DE" dirty="0">
                <a:solidFill>
                  <a:srgbClr val="000000"/>
                </a:solidFill>
              </a:rPr>
              <a:t>Bei gleicher Eingabe, g</a:t>
            </a:r>
            <a:r>
              <a:rPr lang="de-DE" dirty="0"/>
              <a:t>leiche Ausgabe und gleiche Abfolge von Schritten</a:t>
            </a:r>
          </a:p>
          <a:p>
            <a:pPr lvl="3"/>
            <a:endParaRPr lang="de-DE" dirty="0"/>
          </a:p>
          <a:p>
            <a:pPr marL="180000" lvl="3" indent="0">
              <a:buNone/>
            </a:pPr>
            <a:r>
              <a:rPr lang="de-DE" dirty="0">
                <a:solidFill>
                  <a:srgbClr val="000000"/>
                </a:solidFill>
              </a:rPr>
              <a:t>Nicht-Deterministisch</a:t>
            </a:r>
          </a:p>
          <a:p>
            <a:pPr lvl="3"/>
            <a:r>
              <a:rPr lang="de-DE" dirty="0"/>
              <a:t>Bei gleicher Eingabe, nah gleicher Ausgabe, mit mehreren Möglichkeiten in den nächsten Zustand überzugehen</a:t>
            </a:r>
            <a:endParaRPr lang="de-DE" dirty="0">
              <a:solidFill>
                <a:srgbClr val="000000"/>
              </a:solidFill>
            </a:endParaRPr>
          </a:p>
          <a:p>
            <a:pPr lvl="3"/>
            <a:endParaRPr lang="de-DE" dirty="0"/>
          </a:p>
          <a:p>
            <a:pPr lvl="2"/>
            <a:endParaRPr lang="de-DE" dirty="0">
              <a:solidFill>
                <a:srgbClr val="000000"/>
              </a:solidFill>
            </a:endParaRP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6D206D52-7892-0F9C-6A44-ADC10200A14E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503195" y="6480000"/>
            <a:ext cx="960000" cy="192000"/>
          </a:xfrm>
        </p:spPr>
        <p:txBody>
          <a:bodyPr/>
          <a:lstStyle/>
          <a:p>
            <a:fld id="{087158B1-A480-4390-8402-7A80A3BAEC4B}" type="slidenum">
              <a:rPr lang="de-DE" smtClean="0">
                <a:solidFill>
                  <a:srgbClr val="000000"/>
                </a:solidFill>
              </a:rPr>
              <a:pPr/>
              <a:t>6</a:t>
            </a:fld>
            <a:r>
              <a:rPr lang="de-DE" dirty="0"/>
              <a:t> / 57</a:t>
            </a:r>
            <a:endParaRPr lang="de-DE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47930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708B1E-99AB-87F4-76D3-CC8813D18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B1B09DD1-C58A-84EC-D119-234DF46E1A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1651" y="1365251"/>
            <a:ext cx="8955605" cy="477948"/>
          </a:xfrm>
        </p:spPr>
        <p:txBody>
          <a:bodyPr/>
          <a:lstStyle/>
          <a:p>
            <a:r>
              <a:rPr lang="de-DE" dirty="0">
                <a:solidFill>
                  <a:srgbClr val="000000"/>
                </a:solidFill>
              </a:rPr>
              <a:t>1.2 Eigenschafen von Algorithmen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7E6BF4B3-D4A2-8699-C178-FEAFD9DF53C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1651" y="2125433"/>
            <a:ext cx="5560927" cy="591641"/>
          </a:xfrm>
        </p:spPr>
        <p:txBody>
          <a:bodyPr/>
          <a:lstStyle/>
          <a:p>
            <a:pPr lvl="2"/>
            <a:r>
              <a:rPr lang="de-DE" dirty="0"/>
              <a:t>Veranschaulichung für Nicht-</a:t>
            </a:r>
            <a:r>
              <a:rPr lang="de-DE" dirty="0" err="1"/>
              <a:t>DeterministischeAlgorithmen</a:t>
            </a:r>
            <a:r>
              <a:rPr lang="de-DE" dirty="0"/>
              <a:t> sind probabilistische Algorithmen</a:t>
            </a:r>
            <a:endParaRPr lang="de-DE" dirty="0">
              <a:solidFill>
                <a:srgbClr val="000000"/>
              </a:solidFill>
            </a:endParaRPr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E250D333-7820-A27D-115A-D48049D07109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4032000" y="6480000"/>
            <a:ext cx="4114800" cy="192000"/>
          </a:xfrm>
        </p:spPr>
        <p:txBody>
          <a:bodyPr/>
          <a:lstStyle/>
          <a:p>
            <a:r>
              <a:rPr lang="de-DE">
                <a:solidFill>
                  <a:srgbClr val="000000"/>
                </a:solidFill>
              </a:rPr>
              <a:t>Autor, Bereich, Datum</a:t>
            </a:r>
            <a:endParaRPr lang="de-DE" dirty="0">
              <a:solidFill>
                <a:srgbClr val="000000"/>
              </a:solidFill>
            </a:endParaRP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6F9911D8-CC8A-FF1D-C9E8-84D211D163FA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503195" y="6480000"/>
            <a:ext cx="960000" cy="192000"/>
          </a:xfrm>
        </p:spPr>
        <p:txBody>
          <a:bodyPr/>
          <a:lstStyle/>
          <a:p>
            <a:fld id="{087158B1-A480-4390-8402-7A80A3BAEC4B}" type="slidenum">
              <a:rPr lang="de-DE" smtClean="0">
                <a:solidFill>
                  <a:srgbClr val="000000"/>
                </a:solidFill>
              </a:rPr>
              <a:pPr/>
              <a:t>7</a:t>
            </a:fld>
            <a:r>
              <a:rPr lang="de-DE" dirty="0"/>
              <a:t> / 57</a:t>
            </a:r>
            <a:endParaRPr lang="de-DE" dirty="0">
              <a:solidFill>
                <a:srgbClr val="000000"/>
              </a:solidFill>
            </a:endParaRP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B42C06B4-0DF4-2766-6049-9D5A36D37C75}"/>
              </a:ext>
            </a:extLst>
          </p:cNvPr>
          <p:cNvSpPr txBox="1">
            <a:spLocks/>
          </p:cNvSpPr>
          <p:nvPr/>
        </p:nvSpPr>
        <p:spPr>
          <a:xfrm>
            <a:off x="501650" y="2999308"/>
            <a:ext cx="8955605" cy="59164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Verdana" panose="020B0604030504040204" pitchFamily="34" charset="0"/>
              <a:buNone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Verdana" panose="020B0604030504040204" pitchFamily="34" charset="0"/>
              <a:buNone/>
              <a:defRPr sz="1600" b="1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80000" indent="-18000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Verdana" panose="020B060403050404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360000" indent="-18000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Verdana" panose="020B060403050404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540000" indent="-18000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Verdana" panose="020B060403050404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39994" indent="-2399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Verdana" panose="020B0604030504040204" pitchFamily="34" charset="0"/>
              <a:buChar char="&gt;"/>
              <a:tabLst>
                <a:tab pos="2159946" algn="l"/>
              </a:tabLst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Verdana" panose="020B060403050404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Verdana" panose="020B060403050404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Verdana" panose="020B060403050404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r>
              <a:rPr lang="de-DE" dirty="0"/>
              <a:t>Code Beispiel: Las Vegas Algorithmus</a:t>
            </a:r>
          </a:p>
          <a:p>
            <a:pPr lvl="3"/>
            <a:r>
              <a:rPr lang="de-DE" dirty="0"/>
              <a:t>Nicht-Deterministisch determiniert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273D4DA4-12CB-D586-0763-3E14BC9829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2578" y="2489941"/>
            <a:ext cx="5963482" cy="4182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0235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02C1C8-AE92-BD23-E5E2-96EAF21FA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506200A4-D813-3FB0-118E-2934DC5782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1651" y="1365251"/>
            <a:ext cx="8955605" cy="477948"/>
          </a:xfrm>
        </p:spPr>
        <p:txBody>
          <a:bodyPr/>
          <a:lstStyle/>
          <a:p>
            <a:r>
              <a:rPr lang="de-DE" dirty="0">
                <a:solidFill>
                  <a:srgbClr val="000000"/>
                </a:solidFill>
              </a:rPr>
              <a:t>1.3 Iterative Algorithmen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9E759ED0-24EB-16D0-0AB7-0FFB310E21A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1651" y="2125433"/>
            <a:ext cx="8955605" cy="4154720"/>
          </a:xfrm>
        </p:spPr>
        <p:txBody>
          <a:bodyPr/>
          <a:lstStyle/>
          <a:p>
            <a:pPr lvl="2"/>
            <a:r>
              <a:rPr lang="de-DE" dirty="0">
                <a:solidFill>
                  <a:srgbClr val="000000"/>
                </a:solidFill>
              </a:rPr>
              <a:t>Mehrfach auszuführende Arbeitsschritte werden durch Schleifen </a:t>
            </a:r>
            <a:r>
              <a:rPr lang="de-DE" dirty="0" err="1">
                <a:solidFill>
                  <a:srgbClr val="000000"/>
                </a:solidFill>
              </a:rPr>
              <a:t>umgesetz</a:t>
            </a:r>
            <a:endParaRPr lang="de-DE" dirty="0">
              <a:solidFill>
                <a:srgbClr val="000000"/>
              </a:solidFill>
            </a:endParaRP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B0E2C8CC-1956-5B4F-4E8B-575D17FB50D4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503195" y="6480000"/>
            <a:ext cx="960000" cy="192000"/>
          </a:xfrm>
        </p:spPr>
        <p:txBody>
          <a:bodyPr/>
          <a:lstStyle/>
          <a:p>
            <a:fld id="{087158B1-A480-4390-8402-7A80A3BAEC4B}" type="slidenum">
              <a:rPr lang="de-DE" smtClean="0">
                <a:solidFill>
                  <a:srgbClr val="000000"/>
                </a:solidFill>
              </a:rPr>
              <a:pPr/>
              <a:t>8</a:t>
            </a:fld>
            <a:r>
              <a:rPr lang="de-DE" dirty="0"/>
              <a:t> / 57</a:t>
            </a:r>
            <a:endParaRPr lang="de-DE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91941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41E15-7CFB-9D8F-7BF7-FCF233467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8CF416FA-185F-4E1D-BEE0-CEC2F6EC46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1651" y="1365251"/>
            <a:ext cx="8955605" cy="477948"/>
          </a:xfrm>
        </p:spPr>
        <p:txBody>
          <a:bodyPr/>
          <a:lstStyle/>
          <a:p>
            <a:r>
              <a:rPr lang="de-DE" dirty="0">
                <a:solidFill>
                  <a:srgbClr val="000000"/>
                </a:solidFill>
              </a:rPr>
              <a:t>1.4 Rekursive Algorithmen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A83F536B-D364-1575-95D5-44068692733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1651" y="2125433"/>
            <a:ext cx="8955605" cy="4154720"/>
          </a:xfrm>
        </p:spPr>
        <p:txBody>
          <a:bodyPr/>
          <a:lstStyle/>
          <a:p>
            <a:pPr lvl="2"/>
            <a:r>
              <a:rPr lang="de-DE" dirty="0">
                <a:solidFill>
                  <a:srgbClr val="000000"/>
                </a:solidFill>
              </a:rPr>
              <a:t>Mehrfach auszuführende Arbeitsschritte werden durch den Selbstaufruf einer Methode umgesetzt</a:t>
            </a:r>
          </a:p>
          <a:p>
            <a:pPr lvl="3"/>
            <a:r>
              <a:rPr lang="de-DE" dirty="0"/>
              <a:t>Direkte Rekursion: a() ruft a() auf</a:t>
            </a:r>
          </a:p>
          <a:p>
            <a:pPr lvl="3"/>
            <a:r>
              <a:rPr lang="de-DE" dirty="0">
                <a:solidFill>
                  <a:srgbClr val="000000"/>
                </a:solidFill>
              </a:rPr>
              <a:t>Indirekte Rekursion: a() ruft b() auf, ruft </a:t>
            </a:r>
            <a:r>
              <a:rPr lang="de-DE" dirty="0"/>
              <a:t>c() auf, ruft a() auf</a:t>
            </a:r>
          </a:p>
          <a:p>
            <a:pPr marL="180000" lvl="3" indent="0">
              <a:buNone/>
            </a:pPr>
            <a:endParaRPr lang="de-DE" dirty="0"/>
          </a:p>
          <a:p>
            <a:pPr marL="180000" lvl="3" indent="0">
              <a:buNone/>
            </a:pPr>
            <a:r>
              <a:rPr lang="de-DE" dirty="0"/>
              <a:t>Besteht aus</a:t>
            </a:r>
          </a:p>
          <a:p>
            <a:pPr lvl="3"/>
            <a:r>
              <a:rPr lang="de-DE" dirty="0"/>
              <a:t>Base Case (Abbruch Bedingung)</a:t>
            </a:r>
          </a:p>
          <a:p>
            <a:pPr lvl="3"/>
            <a:r>
              <a:rPr lang="de-DE" dirty="0"/>
              <a:t>Rekursiven Aufruf</a:t>
            </a:r>
          </a:p>
          <a:p>
            <a:pPr lvl="3"/>
            <a:endParaRPr lang="de-DE" dirty="0">
              <a:solidFill>
                <a:srgbClr val="000000"/>
              </a:solidFill>
            </a:endParaRP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C2CABC36-DD9C-7679-E29F-79D96A7F1A65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503195" y="6480000"/>
            <a:ext cx="960000" cy="192000"/>
          </a:xfrm>
        </p:spPr>
        <p:txBody>
          <a:bodyPr/>
          <a:lstStyle/>
          <a:p>
            <a:fld id="{087158B1-A480-4390-8402-7A80A3BAEC4B}" type="slidenum">
              <a:rPr lang="de-DE" smtClean="0">
                <a:solidFill>
                  <a:srgbClr val="000000"/>
                </a:solidFill>
              </a:rPr>
              <a:pPr/>
              <a:t>9</a:t>
            </a:fld>
            <a:r>
              <a:rPr lang="de-DE" dirty="0"/>
              <a:t> / 57</a:t>
            </a:r>
            <a:endParaRPr lang="de-DE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31264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9B213C-831D-F52D-4E72-1F81417C8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A1F23630-209F-4F58-072A-C1CA9C41637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1662" y="2125432"/>
            <a:ext cx="8955605" cy="576000"/>
          </a:xfrm>
        </p:spPr>
        <p:txBody>
          <a:bodyPr/>
          <a:lstStyle/>
          <a:p>
            <a:r>
              <a:rPr lang="de-DE" dirty="0">
                <a:solidFill>
                  <a:srgbClr val="000000"/>
                </a:solidFill>
              </a:rPr>
              <a:t>Codebeispiel: Berechnung n!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2858E038-9992-5502-7FE7-42A36040D9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1651" y="1365251"/>
            <a:ext cx="8955605" cy="477948"/>
          </a:xfrm>
        </p:spPr>
        <p:txBody>
          <a:bodyPr/>
          <a:lstStyle/>
          <a:p>
            <a:r>
              <a:rPr lang="de-DE" dirty="0">
                <a:solidFill>
                  <a:srgbClr val="000000"/>
                </a:solidFill>
              </a:rPr>
              <a:t>1.4 Rekursive Algorithmen</a:t>
            </a:r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09B9E1E9-62BA-46BE-0EC6-901E7520E0D7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4032000" y="6480000"/>
            <a:ext cx="4114800" cy="192000"/>
          </a:xfrm>
        </p:spPr>
        <p:txBody>
          <a:bodyPr/>
          <a:lstStyle/>
          <a:p>
            <a:r>
              <a:rPr lang="de-DE">
                <a:solidFill>
                  <a:srgbClr val="000000"/>
                </a:solidFill>
              </a:rPr>
              <a:t>Autor, Bereich, Datum</a:t>
            </a:r>
            <a:endParaRPr lang="de-DE" dirty="0">
              <a:solidFill>
                <a:srgbClr val="000000"/>
              </a:solidFill>
            </a:endParaRP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D2A96241-B21D-AD04-6A70-FB2772FAD3E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503195" y="6480000"/>
            <a:ext cx="960000" cy="192000"/>
          </a:xfrm>
        </p:spPr>
        <p:txBody>
          <a:bodyPr/>
          <a:lstStyle/>
          <a:p>
            <a:fld id="{087158B1-A480-4390-8402-7A80A3BAEC4B}" type="slidenum">
              <a:rPr lang="de-DE" smtClean="0">
                <a:solidFill>
                  <a:srgbClr val="000000"/>
                </a:solidFill>
              </a:rPr>
              <a:pPr/>
              <a:t>10</a:t>
            </a:fld>
            <a:r>
              <a:rPr lang="de-DE" dirty="0"/>
              <a:t> / 57</a:t>
            </a:r>
            <a:endParaRPr lang="de-DE" dirty="0">
              <a:solidFill>
                <a:srgbClr val="000000"/>
              </a:solidFill>
            </a:endParaRP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88C586EF-D0AF-D104-978B-A9F8AB6E32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8404" y="1912346"/>
            <a:ext cx="5962956" cy="4826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4440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8C32FC-3DA9-BE91-097C-6CA988551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99782170-A901-71E5-099C-C0478836CC0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4032000" y="6480000"/>
            <a:ext cx="4114800" cy="192000"/>
          </a:xfrm>
        </p:spPr>
        <p:txBody>
          <a:bodyPr/>
          <a:lstStyle/>
          <a:p>
            <a:r>
              <a:rPr lang="de-DE">
                <a:solidFill>
                  <a:srgbClr val="000000"/>
                </a:solidFill>
              </a:rPr>
              <a:t>Autor, Bereich, Datum</a:t>
            </a:r>
            <a:endParaRPr lang="de-DE" dirty="0">
              <a:solidFill>
                <a:srgbClr val="000000"/>
              </a:solidFill>
            </a:endParaRP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8E45F1A5-D10B-7B21-EB22-1BB63B5029F0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353330" y="6480000"/>
            <a:ext cx="960000" cy="192000"/>
          </a:xfrm>
        </p:spPr>
        <p:txBody>
          <a:bodyPr/>
          <a:lstStyle/>
          <a:p>
            <a:fld id="{087158B1-A480-4390-8402-7A80A3BAEC4B}" type="slidenum">
              <a:rPr lang="de-DE" smtClean="0">
                <a:solidFill>
                  <a:srgbClr val="000000"/>
                </a:solidFill>
              </a:rPr>
              <a:pPr/>
              <a:t>11</a:t>
            </a:fld>
            <a:r>
              <a:rPr lang="de-DE" dirty="0"/>
              <a:t> / 57</a:t>
            </a:r>
            <a:endParaRPr lang="de-DE" dirty="0">
              <a:solidFill>
                <a:srgbClr val="000000"/>
              </a:solidFill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BFF0B382-D670-814F-41C3-313AD57ADA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477" y="0"/>
            <a:ext cx="8563174" cy="6858000"/>
          </a:xfrm>
          <a:prstGeom prst="rect">
            <a:avLst/>
          </a:prstGeom>
        </p:spPr>
      </p:pic>
      <p:sp>
        <p:nvSpPr>
          <p:cNvPr id="15" name="Rechteck 14">
            <a:extLst>
              <a:ext uri="{FF2B5EF4-FFF2-40B4-BE49-F238E27FC236}">
                <a16:creationId xmlns:a16="http://schemas.microsoft.com/office/drawing/2014/main" id="{9D196360-E0E6-C276-7602-6C9E536569BD}"/>
              </a:ext>
            </a:extLst>
          </p:cNvPr>
          <p:cNvSpPr/>
          <p:nvPr/>
        </p:nvSpPr>
        <p:spPr>
          <a:xfrm>
            <a:off x="9386047" y="0"/>
            <a:ext cx="2805953" cy="41237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3315671A-3AB7-63BB-0E39-725338472121}"/>
              </a:ext>
            </a:extLst>
          </p:cNvPr>
          <p:cNvSpPr/>
          <p:nvPr/>
        </p:nvSpPr>
        <p:spPr>
          <a:xfrm>
            <a:off x="0" y="-1"/>
            <a:ext cx="2626660" cy="32272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101644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F48BB42D-02D1-5B42-E7BF-EDE22786CB57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3133659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532" imgH="533" progId="TCLayout.ActiveDocument.1">
                  <p:embed/>
                </p:oleObj>
              </mc:Choice>
              <mc:Fallback>
                <p:oleObj name="think-cell Folie" r:id="rId3" imgW="532" imgH="533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48BB42D-02D1-5B42-E7BF-EDE22786CB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43DBD9D2-B905-61A4-D1D7-00C8090CF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de-DE" dirty="0"/>
              <a:t>POPQUIZ!!!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326E3DC6-CB93-EA17-8894-E7A9AFAAAC9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pPr algn="ctr"/>
            <a:r>
              <a:rPr lang="de-DE" dirty="0"/>
              <a:t>Welche Vor- und Nachteile könnte Rekursion haben?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B61B9C83-D22F-0631-0C46-E707752764F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03570" y="2786400"/>
            <a:ext cx="860400" cy="810000"/>
          </a:xfrm>
        </p:spPr>
        <p:txBody>
          <a:bodyPr/>
          <a:lstStyle/>
          <a:p>
            <a:endParaRPr lang="de-DE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9B503FB2-A36A-77E9-38F4-FD6D89746D4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 rot="10800000">
            <a:off x="10428030" y="2786400"/>
            <a:ext cx="860400" cy="810000"/>
          </a:xfrm>
        </p:spPr>
        <p:txBody>
          <a:bodyPr/>
          <a:lstStyle/>
          <a:p>
            <a:endParaRPr lang="de-DE"/>
          </a:p>
        </p:txBody>
      </p:sp>
      <p:sp>
        <p:nvSpPr>
          <p:cNvPr id="16" name="Foliennummernplatzhalter 15">
            <a:extLst>
              <a:ext uri="{FF2B5EF4-FFF2-40B4-BE49-F238E27FC236}">
                <a16:creationId xmlns:a16="http://schemas.microsoft.com/office/drawing/2014/main" id="{EA2E2E69-F96D-0B25-10F7-38B4BA6EFBF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77793" y="6480000"/>
            <a:ext cx="557377" cy="192000"/>
          </a:xfrm>
        </p:spPr>
        <p:txBody>
          <a:bodyPr/>
          <a:lstStyle/>
          <a:p>
            <a:fld id="{087158B1-A480-4390-8402-7A80A3BAEC4B}" type="slidenum">
              <a:rPr lang="de-DE" smtClean="0"/>
              <a:pPr/>
              <a:t>12</a:t>
            </a:fld>
            <a:r>
              <a:rPr lang="de-DE" dirty="0"/>
              <a:t> / 57</a:t>
            </a:r>
          </a:p>
        </p:txBody>
      </p:sp>
    </p:spTree>
    <p:extLst>
      <p:ext uri="{BB962C8B-B14F-4D97-AF65-F5344CB8AC3E}">
        <p14:creationId xmlns:p14="http://schemas.microsoft.com/office/powerpoint/2010/main" val="15369289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8812E7-B64B-B084-9F56-BDC1D447F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38D5D10C-D4E2-E9DB-0805-504161926660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532" imgH="533" progId="TCLayout.ActiveDocument.1">
                  <p:embed/>
                </p:oleObj>
              </mc:Choice>
              <mc:Fallback>
                <p:oleObj name="think-cell Folie" r:id="rId3" imgW="532" imgH="533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8D5D10C-D4E2-E9DB-0805-5041619266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5F4CA390-570E-EC92-EB15-8AAFE084B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794" y="225426"/>
            <a:ext cx="9600000" cy="758856"/>
          </a:xfrm>
        </p:spPr>
        <p:txBody>
          <a:bodyPr vert="horz" rIns="0"/>
          <a:lstStyle/>
          <a:p>
            <a:r>
              <a:rPr lang="de-DE" dirty="0"/>
              <a:t>Vor- und Nachteile von Rekursion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29CF0F5-351F-6DCA-9B32-F7E358EAEC6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9425" y="1341439"/>
            <a:ext cx="5472114" cy="4967286"/>
          </a:xfrm>
          <a:solidFill>
            <a:schemeClr val="bg1"/>
          </a:solidFill>
        </p:spPr>
        <p:txBody>
          <a:bodyPr lIns="0"/>
          <a:lstStyle/>
          <a:p>
            <a:r>
              <a:rPr lang="de-DE" dirty="0"/>
              <a:t>Weniger Zeilen Code</a:t>
            </a:r>
          </a:p>
          <a:p>
            <a:r>
              <a:rPr lang="de-DE" dirty="0"/>
              <a:t>Lösen komplexer Probleme</a:t>
            </a:r>
          </a:p>
          <a:p>
            <a:r>
              <a:rPr lang="de-DE" dirty="0"/>
              <a:t>Divide and </a:t>
            </a:r>
            <a:r>
              <a:rPr lang="de-DE" dirty="0" err="1"/>
              <a:t>Conquer</a:t>
            </a:r>
            <a:r>
              <a:rPr lang="de-DE" dirty="0"/>
              <a:t> wird implementiert</a:t>
            </a:r>
          </a:p>
          <a:p>
            <a:r>
              <a:rPr lang="de-DE" dirty="0"/>
              <a:t>Effizient für viele Algorithmen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29A79CA8-6C82-FEDE-E628-518EEFF69DC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0461" y="1341439"/>
            <a:ext cx="5472114" cy="4967286"/>
          </a:xfrm>
          <a:solidFill>
            <a:schemeClr val="bg1"/>
          </a:solidFill>
        </p:spPr>
        <p:txBody>
          <a:bodyPr lIns="0"/>
          <a:lstStyle/>
          <a:p>
            <a:r>
              <a:rPr lang="de-DE" dirty="0"/>
              <a:t>Stack Overflow</a:t>
            </a:r>
          </a:p>
          <a:p>
            <a:r>
              <a:rPr lang="de-DE" dirty="0"/>
              <a:t>Viel Arbeitsspeicher wird benötigt</a:t>
            </a:r>
          </a:p>
          <a:p>
            <a:r>
              <a:rPr lang="de-DE" dirty="0"/>
              <a:t>Funktionsaufrufe und Stack-Management schaden Performance</a:t>
            </a:r>
          </a:p>
          <a:p>
            <a:r>
              <a:rPr lang="de-DE" dirty="0"/>
              <a:t>Schwer zu debuggen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BD5B048A-8F16-3CA2-5C45-69DD52BD4F2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814497" y="1494299"/>
            <a:ext cx="831600" cy="831600"/>
          </a:xfrm>
          <a:solidFill>
            <a:srgbClr val="007269"/>
          </a:solidFill>
        </p:spPr>
        <p:txBody>
          <a:bodyPr/>
          <a:lstStyle/>
          <a:p>
            <a:r>
              <a:rPr lang="de-DE" dirty="0">
                <a:solidFill>
                  <a:schemeClr val="bg1"/>
                </a:solidFill>
              </a:rPr>
              <a:t>+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8F8FD6A1-3B43-0DC2-395F-F72EEA6A783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42564" y="1494299"/>
            <a:ext cx="831600" cy="831600"/>
          </a:xfrm>
          <a:solidFill>
            <a:srgbClr val="9C9D9D"/>
          </a:solidFill>
        </p:spPr>
        <p:txBody>
          <a:bodyPr/>
          <a:lstStyle/>
          <a:p>
            <a:r>
              <a:rPr lang="de-DE" dirty="0">
                <a:solidFill>
                  <a:schemeClr val="bg1"/>
                </a:solidFill>
              </a:rPr>
              <a:t>-</a:t>
            </a:r>
          </a:p>
        </p:txBody>
      </p: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3B251487-41F8-1CB5-32C1-AC80A81FA31F}"/>
              </a:ext>
            </a:extLst>
          </p:cNvPr>
          <p:cNvCxnSpPr/>
          <p:nvPr/>
        </p:nvCxnSpPr>
        <p:spPr>
          <a:xfrm>
            <a:off x="6096000" y="1341439"/>
            <a:ext cx="0" cy="4967286"/>
          </a:xfrm>
          <a:prstGeom prst="line">
            <a:avLst/>
          </a:prstGeom>
          <a:ln w="12700">
            <a:solidFill>
              <a:srgbClr val="9C9D9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FAC27B2F-64DD-FC63-40F4-0A00176860D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77793" y="6480000"/>
            <a:ext cx="496992" cy="192000"/>
          </a:xfrm>
        </p:spPr>
        <p:txBody>
          <a:bodyPr/>
          <a:lstStyle/>
          <a:p>
            <a:fld id="{087158B1-A480-4390-8402-7A80A3BAEC4B}" type="slidenum">
              <a:rPr lang="de-DE" smtClean="0"/>
              <a:pPr/>
              <a:t>13</a:t>
            </a:fld>
            <a:r>
              <a:rPr lang="de-DE" dirty="0"/>
              <a:t> / 57</a:t>
            </a:r>
          </a:p>
        </p:txBody>
      </p:sp>
    </p:spTree>
    <p:extLst>
      <p:ext uri="{BB962C8B-B14F-4D97-AF65-F5344CB8AC3E}">
        <p14:creationId xmlns:p14="http://schemas.microsoft.com/office/powerpoint/2010/main" val="26241591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E507E-F5DF-05D8-1861-C5BD2EB80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9A4D9F6F-BC77-E1BB-0899-32E8136B4770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532" imgH="533" progId="TCLayout.ActiveDocument.1">
                  <p:embed/>
                </p:oleObj>
              </mc:Choice>
              <mc:Fallback>
                <p:oleObj name="think-cell Folie" r:id="rId3" imgW="532" imgH="533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A4D9F6F-BC77-E1BB-0899-32E8136B477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34B69A1E-240E-A0F6-0A43-4B8EDBE4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de-DE" dirty="0"/>
              <a:t>POPQUIZ!!!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5948630D-F507-CF1F-74FD-0B6C868FA4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pPr algn="ctr"/>
            <a:r>
              <a:rPr lang="de-DE" dirty="0"/>
              <a:t>Welche Vor- und Nachteile könnte Iteration haben?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27B0BCA6-11B6-958F-A24F-6281F7805C2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03570" y="2786400"/>
            <a:ext cx="860400" cy="810000"/>
          </a:xfrm>
        </p:spPr>
        <p:txBody>
          <a:bodyPr/>
          <a:lstStyle/>
          <a:p>
            <a:endParaRPr lang="de-DE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D5C9B3C1-E1BC-B266-96F9-2A060ECFAA2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 rot="10800000">
            <a:off x="10428030" y="2786400"/>
            <a:ext cx="860400" cy="810000"/>
          </a:xfrm>
        </p:spPr>
        <p:txBody>
          <a:bodyPr/>
          <a:lstStyle/>
          <a:p>
            <a:endParaRPr lang="de-DE"/>
          </a:p>
        </p:txBody>
      </p:sp>
      <p:sp>
        <p:nvSpPr>
          <p:cNvPr id="16" name="Foliennummernplatzhalter 15">
            <a:extLst>
              <a:ext uri="{FF2B5EF4-FFF2-40B4-BE49-F238E27FC236}">
                <a16:creationId xmlns:a16="http://schemas.microsoft.com/office/drawing/2014/main" id="{0D518466-3E0F-7147-C57B-3EB5A9FD482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77793" y="6480000"/>
            <a:ext cx="548750" cy="192000"/>
          </a:xfrm>
        </p:spPr>
        <p:txBody>
          <a:bodyPr/>
          <a:lstStyle/>
          <a:p>
            <a:fld id="{087158B1-A480-4390-8402-7A80A3BAEC4B}" type="slidenum">
              <a:rPr lang="de-DE" smtClean="0"/>
              <a:pPr/>
              <a:t>14</a:t>
            </a:fld>
            <a:r>
              <a:rPr lang="de-DE" dirty="0"/>
              <a:t> / 57</a:t>
            </a:r>
          </a:p>
        </p:txBody>
      </p:sp>
    </p:spTree>
    <p:extLst>
      <p:ext uri="{BB962C8B-B14F-4D97-AF65-F5344CB8AC3E}">
        <p14:creationId xmlns:p14="http://schemas.microsoft.com/office/powerpoint/2010/main" val="6892067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C19FB-1313-E7AC-BA16-1CEC24151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AFA13FAC-BC6F-A1FF-B38C-90F52C821901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532" imgH="533" progId="TCLayout.ActiveDocument.1">
                  <p:embed/>
                </p:oleObj>
              </mc:Choice>
              <mc:Fallback>
                <p:oleObj name="think-cell Folie" r:id="rId3" imgW="532" imgH="533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FA13FAC-BC6F-A1FF-B38C-90F52C82190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193B1224-2587-864D-7EF6-B08F5F953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794" y="225426"/>
            <a:ext cx="9600000" cy="758856"/>
          </a:xfrm>
        </p:spPr>
        <p:txBody>
          <a:bodyPr vert="horz" rIns="0"/>
          <a:lstStyle/>
          <a:p>
            <a:r>
              <a:rPr lang="de-DE" dirty="0"/>
              <a:t>Vor- und Nachteile von Iteration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D3C5189-27BE-494F-A4F9-32A9D10E2C7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9425" y="1341439"/>
            <a:ext cx="5472114" cy="4967286"/>
          </a:xfrm>
          <a:solidFill>
            <a:schemeClr val="bg1"/>
          </a:solidFill>
        </p:spPr>
        <p:txBody>
          <a:bodyPr lIns="0"/>
          <a:lstStyle/>
          <a:p>
            <a:r>
              <a:rPr lang="de-DE" dirty="0"/>
              <a:t>Effizienter Umgang mit Arbeitsspeicher</a:t>
            </a:r>
          </a:p>
          <a:p>
            <a:r>
              <a:rPr lang="de-DE" dirty="0"/>
              <a:t>Besser Optimierbar für Performance</a:t>
            </a:r>
          </a:p>
          <a:p>
            <a:r>
              <a:rPr lang="de-DE" dirty="0"/>
              <a:t>Einfach zu debuggen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C3B1A4E2-02D9-1A7C-3D12-939A4C311D8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0461" y="1341439"/>
            <a:ext cx="5472114" cy="4967286"/>
          </a:xfrm>
          <a:solidFill>
            <a:schemeClr val="bg1"/>
          </a:solidFill>
        </p:spPr>
        <p:txBody>
          <a:bodyPr lIns="0"/>
          <a:lstStyle/>
          <a:p>
            <a:r>
              <a:rPr lang="de-DE" dirty="0"/>
              <a:t>Komplexität des Codes</a:t>
            </a:r>
          </a:p>
          <a:p>
            <a:r>
              <a:rPr lang="de-DE" dirty="0"/>
              <a:t>„off-</a:t>
            </a:r>
            <a:r>
              <a:rPr lang="de-DE" dirty="0" err="1"/>
              <a:t>by</a:t>
            </a:r>
            <a:r>
              <a:rPr lang="de-DE" dirty="0"/>
              <a:t>-</a:t>
            </a:r>
            <a:r>
              <a:rPr lang="de-DE" dirty="0" err="1"/>
              <a:t>one</a:t>
            </a:r>
            <a:r>
              <a:rPr lang="de-DE" dirty="0"/>
              <a:t>-error“</a:t>
            </a:r>
          </a:p>
          <a:p>
            <a:r>
              <a:rPr lang="de-DE" dirty="0"/>
              <a:t>State Management kann zu Fehlern führen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D761D4CB-59F3-620E-BC17-6C82CCF1F0D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814497" y="1494299"/>
            <a:ext cx="831600" cy="831600"/>
          </a:xfrm>
          <a:solidFill>
            <a:srgbClr val="007269"/>
          </a:solidFill>
        </p:spPr>
        <p:txBody>
          <a:bodyPr/>
          <a:lstStyle/>
          <a:p>
            <a:r>
              <a:rPr lang="de-DE" dirty="0">
                <a:solidFill>
                  <a:schemeClr val="bg1"/>
                </a:solidFill>
              </a:rPr>
              <a:t>+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1C4C1E96-E615-ADAE-35E2-1FF08F35133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42564" y="1494299"/>
            <a:ext cx="831600" cy="831600"/>
          </a:xfrm>
          <a:solidFill>
            <a:srgbClr val="9C9D9D"/>
          </a:solidFill>
        </p:spPr>
        <p:txBody>
          <a:bodyPr/>
          <a:lstStyle/>
          <a:p>
            <a:r>
              <a:rPr lang="de-DE" dirty="0">
                <a:solidFill>
                  <a:schemeClr val="bg1"/>
                </a:solidFill>
              </a:rPr>
              <a:t>-</a:t>
            </a:r>
          </a:p>
        </p:txBody>
      </p: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8200E294-9E13-8361-40EF-75E278FDC3A1}"/>
              </a:ext>
            </a:extLst>
          </p:cNvPr>
          <p:cNvCxnSpPr/>
          <p:nvPr/>
        </p:nvCxnSpPr>
        <p:spPr>
          <a:xfrm>
            <a:off x="6096000" y="1341439"/>
            <a:ext cx="0" cy="4967286"/>
          </a:xfrm>
          <a:prstGeom prst="line">
            <a:avLst/>
          </a:prstGeom>
          <a:ln w="12700">
            <a:solidFill>
              <a:srgbClr val="9C9D9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263F8384-CB42-FA9D-F4A3-218A1D49EA3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77793" y="6480000"/>
            <a:ext cx="531498" cy="192000"/>
          </a:xfrm>
        </p:spPr>
        <p:txBody>
          <a:bodyPr/>
          <a:lstStyle/>
          <a:p>
            <a:fld id="{087158B1-A480-4390-8402-7A80A3BAEC4B}" type="slidenum">
              <a:rPr lang="de-DE" smtClean="0"/>
              <a:pPr/>
              <a:t>15</a:t>
            </a:fld>
            <a:r>
              <a:rPr lang="de-DE" dirty="0"/>
              <a:t> / 57</a:t>
            </a:r>
          </a:p>
        </p:txBody>
      </p:sp>
    </p:spTree>
    <p:extLst>
      <p:ext uri="{BB962C8B-B14F-4D97-AF65-F5344CB8AC3E}">
        <p14:creationId xmlns:p14="http://schemas.microsoft.com/office/powerpoint/2010/main" val="2113554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FB0875-FFA2-643F-A83C-30FAB8B51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85823C4F-976F-1C79-46E7-BB8A4A555ACB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532" imgH="533" progId="TCLayout.ActiveDocument.1">
                  <p:embed/>
                </p:oleObj>
              </mc:Choice>
              <mc:Fallback>
                <p:oleObj name="think-cell Folie" r:id="rId3" imgW="532" imgH="533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5823C4F-976F-1C79-46E7-BB8A4A555AC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itel 7">
            <a:extLst>
              <a:ext uri="{FF2B5EF4-FFF2-40B4-BE49-F238E27FC236}">
                <a16:creationId xmlns:a16="http://schemas.microsoft.com/office/drawing/2014/main" id="{A21891B4-8420-597A-D75C-D41D03F1F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799" y="1341438"/>
            <a:ext cx="11233775" cy="758856"/>
          </a:xfrm>
        </p:spPr>
        <p:txBody>
          <a:bodyPr vert="horz" rIns="0"/>
          <a:lstStyle/>
          <a:p>
            <a:r>
              <a:rPr lang="de-DE" dirty="0"/>
              <a:t>2. O-Notation</a:t>
            </a:r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53B6D75D-870B-42CE-3D42-E3DBB0A6A49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477793" y="6409426"/>
            <a:ext cx="540124" cy="262574"/>
          </a:xfrm>
        </p:spPr>
        <p:txBody>
          <a:bodyPr/>
          <a:lstStyle/>
          <a:p>
            <a:fld id="{087158B1-A480-4390-8402-7A80A3BAEC4B}" type="slidenum">
              <a:rPr lang="de-DE" smtClean="0"/>
              <a:pPr/>
              <a:t>16</a:t>
            </a:fld>
            <a:r>
              <a:rPr lang="de-DE" dirty="0"/>
              <a:t> / 57</a:t>
            </a:r>
          </a:p>
        </p:txBody>
      </p:sp>
      <p:sp>
        <p:nvSpPr>
          <p:cNvPr id="2" name="Störer rot">
            <a:extLst>
              <a:ext uri="{FF2B5EF4-FFF2-40B4-BE49-F238E27FC236}">
                <a16:creationId xmlns:a16="http://schemas.microsoft.com/office/drawing/2014/main" id="{594B6A50-E2B6-5F56-A8E8-10254A68146B}"/>
              </a:ext>
            </a:extLst>
          </p:cNvPr>
          <p:cNvSpPr>
            <a:spLocks noChangeAspect="1"/>
          </p:cNvSpPr>
          <p:nvPr/>
        </p:nvSpPr>
        <p:spPr>
          <a:xfrm>
            <a:off x="9303317" y="2512875"/>
            <a:ext cx="2029073" cy="2029069"/>
          </a:xfrm>
          <a:prstGeom prst="ellipse">
            <a:avLst/>
          </a:prstGeom>
          <a:solidFill>
            <a:srgbClr val="6BBF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de-DE" sz="1333" b="1" dirty="0"/>
              <a:t>Auf alles aus diesem Kapitel wird später aufgebaut </a:t>
            </a:r>
          </a:p>
        </p:txBody>
      </p:sp>
    </p:spTree>
    <p:extLst>
      <p:ext uri="{BB962C8B-B14F-4D97-AF65-F5344CB8AC3E}">
        <p14:creationId xmlns:p14="http://schemas.microsoft.com/office/powerpoint/2010/main" val="24819840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E3EBA-2E00-0834-591C-1362C4294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0D02F7BA-E77C-4FCE-9CB5-CC813ED3F9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1651" y="1365251"/>
            <a:ext cx="8955605" cy="477948"/>
          </a:xfrm>
        </p:spPr>
        <p:txBody>
          <a:bodyPr/>
          <a:lstStyle/>
          <a:p>
            <a:r>
              <a:rPr lang="de-DE" dirty="0">
                <a:solidFill>
                  <a:srgbClr val="000000"/>
                </a:solidFill>
              </a:rPr>
              <a:t>2 O-Notation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22387163-C84C-3853-B6B4-043CC4DAAD1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1652" y="2125433"/>
            <a:ext cx="6419102" cy="4154720"/>
          </a:xfrm>
        </p:spPr>
        <p:txBody>
          <a:bodyPr/>
          <a:lstStyle/>
          <a:p>
            <a:pPr lvl="2"/>
            <a:r>
              <a:rPr lang="de-DE" dirty="0">
                <a:solidFill>
                  <a:srgbClr val="000000"/>
                </a:solidFill>
              </a:rPr>
              <a:t>Macht die Komplexität von Algorithmen vergleichbar</a:t>
            </a:r>
          </a:p>
          <a:p>
            <a:pPr lvl="2"/>
            <a:r>
              <a:rPr lang="de-DE" dirty="0"/>
              <a:t>Darstellung in Abhängigkeit von der Eingabegröße</a:t>
            </a:r>
          </a:p>
          <a:p>
            <a:pPr lvl="2"/>
            <a:endParaRPr lang="de-DE" dirty="0">
              <a:solidFill>
                <a:srgbClr val="000000"/>
              </a:solidFill>
            </a:endParaRPr>
          </a:p>
          <a:p>
            <a:pPr lvl="2"/>
            <a:r>
              <a:rPr lang="de-DE" dirty="0"/>
              <a:t>Arten von Komplexität</a:t>
            </a:r>
          </a:p>
          <a:p>
            <a:pPr lvl="3"/>
            <a:r>
              <a:rPr lang="de-DE" dirty="0">
                <a:solidFill>
                  <a:srgbClr val="000000"/>
                </a:solidFill>
              </a:rPr>
              <a:t>Zeitkomplexität</a:t>
            </a:r>
            <a:endParaRPr lang="de-DE" dirty="0"/>
          </a:p>
          <a:p>
            <a:pPr lvl="3"/>
            <a:r>
              <a:rPr lang="de-DE" dirty="0">
                <a:solidFill>
                  <a:srgbClr val="000000"/>
                </a:solidFill>
              </a:rPr>
              <a:t>Speicherkomplexität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4E96F93A-5678-DFA7-826F-6EC785E56A7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503195" y="6480000"/>
            <a:ext cx="960000" cy="192000"/>
          </a:xfrm>
        </p:spPr>
        <p:txBody>
          <a:bodyPr/>
          <a:lstStyle/>
          <a:p>
            <a:fld id="{087158B1-A480-4390-8402-7A80A3BAEC4B}" type="slidenum">
              <a:rPr lang="de-DE" smtClean="0">
                <a:solidFill>
                  <a:srgbClr val="000000"/>
                </a:solidFill>
              </a:rPr>
              <a:pPr/>
              <a:t>17</a:t>
            </a:fld>
            <a:r>
              <a:rPr lang="de-DE" dirty="0"/>
              <a:t> / 57</a:t>
            </a:r>
            <a:endParaRPr lang="de-DE" dirty="0">
              <a:solidFill>
                <a:srgbClr val="000000"/>
              </a:solidFill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D7DDAC27-8859-AA4B-94DA-5736DCCF2C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62" t="28104" r="50000" b="11373"/>
          <a:stretch/>
        </p:blipFill>
        <p:spPr>
          <a:xfrm>
            <a:off x="7211597" y="2425341"/>
            <a:ext cx="4491318" cy="4150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6574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1FC7A4-B29F-7917-6F0E-D0D7D980E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0A5CD6DB-5FBA-D32A-8492-5BE875267E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1651" y="1365251"/>
            <a:ext cx="8955605" cy="477948"/>
          </a:xfrm>
        </p:spPr>
        <p:txBody>
          <a:bodyPr/>
          <a:lstStyle/>
          <a:p>
            <a:r>
              <a:rPr lang="de-DE" dirty="0">
                <a:solidFill>
                  <a:srgbClr val="000000"/>
                </a:solidFill>
              </a:rPr>
              <a:t>2.1 polynomielle Algorithmen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FFFE26B5-261F-17B2-AB9F-9A65EEC5014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1651" y="2125433"/>
            <a:ext cx="8955605" cy="4154720"/>
          </a:xfrm>
        </p:spPr>
        <p:txBody>
          <a:bodyPr/>
          <a:lstStyle/>
          <a:p>
            <a:pPr lvl="2"/>
            <a:r>
              <a:rPr lang="de-DE" dirty="0">
                <a:solidFill>
                  <a:srgbClr val="000000"/>
                </a:solidFill>
              </a:rPr>
              <a:t>Ein Algorithm</a:t>
            </a:r>
            <a:r>
              <a:rPr lang="de-DE" dirty="0"/>
              <a:t>us ist polynomiell wenn es eine natürliche Zahl k mit t ∈ O(</a:t>
            </a:r>
            <a:r>
              <a:rPr lang="de-DE" dirty="0" err="1"/>
              <a:t>n</a:t>
            </a:r>
            <a:r>
              <a:rPr lang="de-DE" baseline="30000" dirty="0" err="1"/>
              <a:t>k</a:t>
            </a:r>
            <a:r>
              <a:rPr lang="de-DE" dirty="0"/>
              <a:t>)</a:t>
            </a:r>
          </a:p>
          <a:p>
            <a:pPr lvl="2"/>
            <a:r>
              <a:rPr lang="de-DE" dirty="0"/>
              <a:t>Polynomialzeit gilt als Grenze zwischen praktisch lösbaren und unlösbaren Problemen</a:t>
            </a:r>
          </a:p>
          <a:p>
            <a:pPr lvl="2"/>
            <a:r>
              <a:rPr lang="de-DE" dirty="0"/>
              <a:t>Sinnvolles Konzept in der theoretischen Informatik  </a:t>
            </a:r>
            <a:endParaRPr lang="de-DE" dirty="0">
              <a:solidFill>
                <a:srgbClr val="000000"/>
              </a:solidFill>
            </a:endParaRP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ADA0533E-D4FC-D35C-0DEC-1FCE77042D3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503195" y="6480000"/>
            <a:ext cx="960000" cy="192000"/>
          </a:xfrm>
        </p:spPr>
        <p:txBody>
          <a:bodyPr/>
          <a:lstStyle/>
          <a:p>
            <a:fld id="{087158B1-A480-4390-8402-7A80A3BAEC4B}" type="slidenum">
              <a:rPr lang="de-DE" smtClean="0">
                <a:solidFill>
                  <a:srgbClr val="000000"/>
                </a:solidFill>
              </a:rPr>
              <a:pPr/>
              <a:t>18</a:t>
            </a:fld>
            <a:r>
              <a:rPr lang="de-DE" dirty="0"/>
              <a:t> / 57</a:t>
            </a:r>
            <a:endParaRPr lang="de-DE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37765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E1916-38B6-7D14-3A7C-D06E311A6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CE51E77B-F0D3-E37A-DBF4-AAA3F65DF3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1651" y="1365251"/>
            <a:ext cx="8955605" cy="477948"/>
          </a:xfrm>
        </p:spPr>
        <p:txBody>
          <a:bodyPr/>
          <a:lstStyle/>
          <a:p>
            <a:r>
              <a:rPr lang="de-DE" dirty="0">
                <a:solidFill>
                  <a:srgbClr val="000000"/>
                </a:solidFill>
              </a:rPr>
              <a:t>2.2 P-NP Problem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1876715A-6358-E644-9BA7-16EC397DC1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1651" y="2125433"/>
            <a:ext cx="8955605" cy="4154720"/>
          </a:xfrm>
        </p:spPr>
        <p:txBody>
          <a:bodyPr/>
          <a:lstStyle/>
          <a:p>
            <a:pPr marL="0" lvl="2" indent="0">
              <a:buNone/>
            </a:pPr>
            <a:r>
              <a:rPr lang="de-DE" dirty="0">
                <a:solidFill>
                  <a:srgbClr val="000000"/>
                </a:solidFill>
              </a:rPr>
              <a:t>   P:</a:t>
            </a:r>
            <a:endParaRPr lang="de-DE" dirty="0"/>
          </a:p>
          <a:p>
            <a:pPr lvl="3"/>
            <a:r>
              <a:rPr lang="de-DE" dirty="0" err="1">
                <a:solidFill>
                  <a:srgbClr val="000000"/>
                </a:solidFill>
              </a:rPr>
              <a:t>Klasser</a:t>
            </a:r>
            <a:r>
              <a:rPr lang="de-DE" dirty="0">
                <a:solidFill>
                  <a:srgbClr val="000000"/>
                </a:solidFill>
              </a:rPr>
              <a:t> aller Probleme, die sich auf einer deterministischen sequentiellen Maschine in Polynomialzeit lösen lassen</a:t>
            </a:r>
          </a:p>
          <a:p>
            <a:pPr lvl="3"/>
            <a:endParaRPr lang="de-DE" dirty="0"/>
          </a:p>
          <a:p>
            <a:pPr marL="180000" lvl="3" indent="0">
              <a:buNone/>
            </a:pPr>
            <a:r>
              <a:rPr lang="de-DE" dirty="0">
                <a:solidFill>
                  <a:srgbClr val="000000"/>
                </a:solidFill>
              </a:rPr>
              <a:t>NP:</a:t>
            </a:r>
          </a:p>
          <a:p>
            <a:pPr lvl="3"/>
            <a:r>
              <a:rPr lang="de-DE" dirty="0"/>
              <a:t>Die Klasse aller Probleme, die sich von einer nichtdeterministischen Maschine in Polynomialzeit lösen lassen</a:t>
            </a:r>
          </a:p>
          <a:p>
            <a:pPr lvl="3"/>
            <a:endParaRPr lang="de-DE" dirty="0"/>
          </a:p>
          <a:p>
            <a:pPr marL="180000" lvl="3" indent="0">
              <a:buNone/>
            </a:pPr>
            <a:endParaRPr lang="de-DE" dirty="0"/>
          </a:p>
          <a:p>
            <a:pPr marL="180000" lvl="3" indent="0">
              <a:buNone/>
            </a:pPr>
            <a:r>
              <a:rPr lang="de-DE" dirty="0"/>
              <a:t>gilt, da eine deterministische Maschine eine spezielle Form der nichtdeterministischen Maschine ist</a:t>
            </a:r>
          </a:p>
          <a:p>
            <a:pPr marL="180000" lvl="3" indent="0">
              <a:buNone/>
            </a:pPr>
            <a:endParaRPr lang="de-DE" dirty="0"/>
          </a:p>
          <a:p>
            <a:pPr marL="180000" lvl="3" indent="0">
              <a:buNone/>
            </a:pPr>
            <a:r>
              <a:rPr lang="de-DE" dirty="0"/>
              <a:t>Frage: Sind P und NP voneinander echt verschieden? Also ist P ≠ NP</a:t>
            </a:r>
          </a:p>
          <a:p>
            <a:pPr marL="180000" lvl="3" indent="0">
              <a:buNone/>
            </a:pPr>
            <a:endParaRPr lang="de-DE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6A399058-3D6A-06D3-429C-D2B56E1352C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503195" y="6480000"/>
            <a:ext cx="960000" cy="192000"/>
          </a:xfrm>
        </p:spPr>
        <p:txBody>
          <a:bodyPr/>
          <a:lstStyle/>
          <a:p>
            <a:fld id="{087158B1-A480-4390-8402-7A80A3BAEC4B}" type="slidenum">
              <a:rPr lang="de-DE" smtClean="0">
                <a:solidFill>
                  <a:srgbClr val="000000"/>
                </a:solidFill>
              </a:rPr>
              <a:pPr/>
              <a:t>19</a:t>
            </a:fld>
            <a:r>
              <a:rPr lang="de-DE" dirty="0"/>
              <a:t> / 57</a:t>
            </a:r>
            <a:endParaRPr lang="de-DE" dirty="0">
              <a:solidFill>
                <a:srgbClr val="000000"/>
              </a:solidFill>
            </a:endParaRP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12F10355-2DC7-A2FD-BA62-A7EC8AF0EF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253" y="4666122"/>
            <a:ext cx="920797" cy="304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8390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BEE47B-BAA1-E842-096B-A4D60E47B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91334F06-E17E-07AE-4D5B-17D405121107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532" imgH="533" progId="TCLayout.ActiveDocument.1">
                  <p:embed/>
                </p:oleObj>
              </mc:Choice>
              <mc:Fallback>
                <p:oleObj name="think-cell Folie" r:id="rId3" imgW="532" imgH="533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1334F06-E17E-07AE-4D5B-17D40512110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itel 7">
            <a:extLst>
              <a:ext uri="{FF2B5EF4-FFF2-40B4-BE49-F238E27FC236}">
                <a16:creationId xmlns:a16="http://schemas.microsoft.com/office/drawing/2014/main" id="{5751F1D0-873C-B082-A6D2-59902E69A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799" y="1341438"/>
            <a:ext cx="11233775" cy="758856"/>
          </a:xfrm>
        </p:spPr>
        <p:txBody>
          <a:bodyPr vert="horz" rIns="0"/>
          <a:lstStyle/>
          <a:p>
            <a:r>
              <a:rPr lang="de-DE" dirty="0"/>
              <a:t>3. Listen Sortieren</a:t>
            </a:r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BCF785D3-A04B-AD3D-68DF-15035BC5FD4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477793" y="6480000"/>
            <a:ext cx="669520" cy="192000"/>
          </a:xfrm>
        </p:spPr>
        <p:txBody>
          <a:bodyPr/>
          <a:lstStyle/>
          <a:p>
            <a:fld id="{087158B1-A480-4390-8402-7A80A3BAEC4B}" type="slidenum">
              <a:rPr lang="de-DE" smtClean="0"/>
              <a:pPr/>
              <a:t>20</a:t>
            </a:fld>
            <a:r>
              <a:rPr lang="de-DE" dirty="0"/>
              <a:t> / 57</a:t>
            </a:r>
          </a:p>
        </p:txBody>
      </p:sp>
    </p:spTree>
    <p:extLst>
      <p:ext uri="{BB962C8B-B14F-4D97-AF65-F5344CB8AC3E}">
        <p14:creationId xmlns:p14="http://schemas.microsoft.com/office/powerpoint/2010/main" val="18096631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422C25-6DE4-19FA-80A4-7232BEDEE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914EDE88-6AB1-D7BD-AAF8-5CBD1A7308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1651" y="1365251"/>
            <a:ext cx="8955605" cy="477948"/>
          </a:xfrm>
        </p:spPr>
        <p:txBody>
          <a:bodyPr/>
          <a:lstStyle/>
          <a:p>
            <a:r>
              <a:rPr lang="de-DE" dirty="0">
                <a:solidFill>
                  <a:srgbClr val="000000"/>
                </a:solidFill>
              </a:rPr>
              <a:t>3.1 </a:t>
            </a:r>
            <a:r>
              <a:rPr lang="de-DE" dirty="0" err="1">
                <a:solidFill>
                  <a:srgbClr val="000000"/>
                </a:solidFill>
              </a:rPr>
              <a:t>Bubblesort</a:t>
            </a:r>
            <a:endParaRPr lang="de-DE" dirty="0">
              <a:solidFill>
                <a:srgbClr val="000000"/>
              </a:solidFill>
            </a:endParaRP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EBAA194A-910E-BCBF-D5E9-09083BBFE90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1652" y="2125433"/>
            <a:ext cx="5935008" cy="4154720"/>
          </a:xfrm>
        </p:spPr>
        <p:txBody>
          <a:bodyPr/>
          <a:lstStyle/>
          <a:p>
            <a:pPr lvl="2"/>
            <a:r>
              <a:rPr lang="de-DE" dirty="0">
                <a:solidFill>
                  <a:srgbClr val="000000"/>
                </a:solidFill>
              </a:rPr>
              <a:t>Vergleicht das aktuelle Element mit dem nächsten</a:t>
            </a:r>
          </a:p>
          <a:p>
            <a:pPr lvl="3"/>
            <a:r>
              <a:rPr lang="de-DE" dirty="0">
                <a:solidFill>
                  <a:srgbClr val="000000"/>
                </a:solidFill>
              </a:rPr>
              <a:t>Nächstes Element ist größer: Nächstes Element wird zum aktuellem Element</a:t>
            </a:r>
          </a:p>
          <a:p>
            <a:pPr lvl="3"/>
            <a:r>
              <a:rPr lang="de-DE" dirty="0"/>
              <a:t>Nächstes Element ist kleiner: Position vom aktuellem und nächstem Element werden getauscht; das aktuelle Element bleibt das aktuelle Element</a:t>
            </a:r>
            <a:endParaRPr lang="de-DE" dirty="0">
              <a:solidFill>
                <a:srgbClr val="000000"/>
              </a:solidFill>
            </a:endParaRPr>
          </a:p>
          <a:p>
            <a:pPr lvl="2"/>
            <a:r>
              <a:rPr lang="de-DE" dirty="0"/>
              <a:t>Im Ergebnis wandert das größte Element an das Ende der Liste </a:t>
            </a:r>
          </a:p>
          <a:p>
            <a:pPr lvl="2"/>
            <a:endParaRPr lang="de-DE" dirty="0">
              <a:solidFill>
                <a:srgbClr val="000000"/>
              </a:solidFill>
            </a:endParaRPr>
          </a:p>
          <a:p>
            <a:pPr lvl="2"/>
            <a:r>
              <a:rPr lang="de-DE" dirty="0"/>
              <a:t>Durchschnittliche Komplexität: O(n</a:t>
            </a:r>
            <a:r>
              <a:rPr lang="de-DE" baseline="30000" dirty="0"/>
              <a:t>2</a:t>
            </a:r>
            <a:r>
              <a:rPr lang="de-DE" dirty="0"/>
              <a:t>)</a:t>
            </a:r>
          </a:p>
          <a:p>
            <a:pPr lvl="2"/>
            <a:r>
              <a:rPr lang="de-DE" dirty="0">
                <a:solidFill>
                  <a:srgbClr val="000000"/>
                </a:solidFill>
              </a:rPr>
              <a:t>Bester Fall: O(n)</a:t>
            </a:r>
          </a:p>
          <a:p>
            <a:pPr lvl="2"/>
            <a:r>
              <a:rPr lang="de-DE" dirty="0"/>
              <a:t>Schlimmster Fall: O(n</a:t>
            </a:r>
            <a:r>
              <a:rPr lang="de-DE" baseline="30000" dirty="0"/>
              <a:t>2</a:t>
            </a:r>
            <a:r>
              <a:rPr lang="de-DE" dirty="0"/>
              <a:t>)</a:t>
            </a:r>
          </a:p>
          <a:p>
            <a:pPr lvl="2"/>
            <a:r>
              <a:rPr lang="de-DE" dirty="0"/>
              <a:t>Speicherkomplexität: O(1)</a:t>
            </a:r>
          </a:p>
          <a:p>
            <a:pPr lvl="2"/>
            <a:endParaRPr lang="de-DE" dirty="0">
              <a:solidFill>
                <a:srgbClr val="000000"/>
              </a:solidFill>
            </a:endParaRP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CEFCC3D7-C7B1-FE9D-A33D-8B22F6659CA5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503195" y="6480000"/>
            <a:ext cx="960000" cy="192000"/>
          </a:xfrm>
        </p:spPr>
        <p:txBody>
          <a:bodyPr/>
          <a:lstStyle/>
          <a:p>
            <a:fld id="{087158B1-A480-4390-8402-7A80A3BAEC4B}" type="slidenum">
              <a:rPr lang="de-DE" smtClean="0">
                <a:solidFill>
                  <a:srgbClr val="000000"/>
                </a:solidFill>
              </a:rPr>
              <a:pPr/>
              <a:t>21</a:t>
            </a:fld>
            <a:r>
              <a:rPr lang="de-DE" dirty="0"/>
              <a:t> / 57</a:t>
            </a:r>
            <a:endParaRPr lang="de-DE" dirty="0">
              <a:solidFill>
                <a:srgbClr val="000000"/>
              </a:solidFill>
            </a:endParaRP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5531C54E-925D-3EE0-12CF-DCD29E5BC4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1837" y="2043046"/>
            <a:ext cx="5391902" cy="358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8323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0772D7-67E4-65B4-5EE9-90D2234A3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54D5F867-D2B0-668C-488E-ADAE842BA3B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1651" y="1866563"/>
            <a:ext cx="8955605" cy="576000"/>
          </a:xfrm>
        </p:spPr>
        <p:txBody>
          <a:bodyPr/>
          <a:lstStyle/>
          <a:p>
            <a:r>
              <a:rPr lang="de-DE" sz="1400" dirty="0"/>
              <a:t>Nicht-deterministisch determiniert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BE21442C-F54A-07E6-8FFD-A906E3A9B7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1651" y="1365251"/>
            <a:ext cx="8955605" cy="477948"/>
          </a:xfrm>
        </p:spPr>
        <p:txBody>
          <a:bodyPr/>
          <a:lstStyle/>
          <a:p>
            <a:r>
              <a:rPr lang="de-DE" dirty="0">
                <a:solidFill>
                  <a:srgbClr val="000000"/>
                </a:solidFill>
              </a:rPr>
              <a:t>3.2 </a:t>
            </a:r>
            <a:r>
              <a:rPr lang="de-DE" dirty="0" err="1">
                <a:solidFill>
                  <a:srgbClr val="000000"/>
                </a:solidFill>
              </a:rPr>
              <a:t>Quicksort</a:t>
            </a:r>
            <a:endParaRPr lang="de-DE" dirty="0">
              <a:solidFill>
                <a:srgbClr val="000000"/>
              </a:solidFill>
            </a:endParaRP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DD282836-5C35-661F-A4B8-0B1A99A45AD4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503195" y="6480000"/>
            <a:ext cx="960000" cy="192000"/>
          </a:xfrm>
        </p:spPr>
        <p:txBody>
          <a:bodyPr/>
          <a:lstStyle/>
          <a:p>
            <a:fld id="{087158B1-A480-4390-8402-7A80A3BAEC4B}" type="slidenum">
              <a:rPr lang="de-DE" smtClean="0">
                <a:solidFill>
                  <a:srgbClr val="000000"/>
                </a:solidFill>
              </a:rPr>
              <a:pPr/>
              <a:t>22</a:t>
            </a:fld>
            <a:r>
              <a:rPr lang="de-DE" dirty="0"/>
              <a:t> / 57</a:t>
            </a:r>
            <a:endParaRPr lang="de-DE" dirty="0">
              <a:solidFill>
                <a:srgbClr val="000000"/>
              </a:solidFill>
            </a:endParaRP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DDB748D2-E25F-2993-D825-B5E7980FAAF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1652" y="2125433"/>
            <a:ext cx="9476066" cy="4154720"/>
          </a:xfrm>
        </p:spPr>
        <p:txBody>
          <a:bodyPr/>
          <a:lstStyle/>
          <a:p>
            <a:pPr lvl="2"/>
            <a:r>
              <a:rPr lang="de-DE" dirty="0">
                <a:solidFill>
                  <a:srgbClr val="000000"/>
                </a:solidFill>
              </a:rPr>
              <a:t>Es wird ein zufälliges Element gewählt (Pivot Element)</a:t>
            </a:r>
          </a:p>
          <a:p>
            <a:pPr lvl="2"/>
            <a:r>
              <a:rPr lang="de-DE" dirty="0">
                <a:solidFill>
                  <a:srgbClr val="000000"/>
                </a:solidFill>
              </a:rPr>
              <a:t>Alle kleinere Elemente werde auf die Linke Seite von Pivot geschoben, alle größeren auf die rechte</a:t>
            </a:r>
          </a:p>
          <a:p>
            <a:pPr lvl="3"/>
            <a:r>
              <a:rPr lang="de-DE" dirty="0">
                <a:solidFill>
                  <a:srgbClr val="000000"/>
                </a:solidFill>
              </a:rPr>
              <a:t>2 Teilbereiche entstehen</a:t>
            </a:r>
          </a:p>
          <a:p>
            <a:pPr lvl="3"/>
            <a:r>
              <a:rPr lang="de-DE" dirty="0">
                <a:solidFill>
                  <a:srgbClr val="000000"/>
                </a:solidFill>
              </a:rPr>
              <a:t>Das Pivot Element steht an der richtigen Stelle</a:t>
            </a:r>
          </a:p>
          <a:p>
            <a:pPr lvl="2"/>
            <a:r>
              <a:rPr lang="de-DE" dirty="0">
                <a:solidFill>
                  <a:srgbClr val="000000"/>
                </a:solidFill>
              </a:rPr>
              <a:t>Das gleiche Muster wird rekursiv auf die beiden neuen Teilbereiche angewendet</a:t>
            </a:r>
          </a:p>
          <a:p>
            <a:pPr lvl="2"/>
            <a:endParaRPr lang="de-DE" dirty="0"/>
          </a:p>
          <a:p>
            <a:pPr marL="0" lvl="2" indent="0">
              <a:buNone/>
            </a:pPr>
            <a:r>
              <a:rPr lang="de-DE" u="sng" dirty="0" err="1">
                <a:solidFill>
                  <a:srgbClr val="000000"/>
                </a:solidFill>
              </a:rPr>
              <a:t>Parallelisierbar</a:t>
            </a:r>
            <a:endParaRPr lang="de-DE" u="sng" dirty="0">
              <a:solidFill>
                <a:srgbClr val="000000"/>
              </a:solidFill>
            </a:endParaRPr>
          </a:p>
          <a:p>
            <a:pPr lvl="2"/>
            <a:endParaRPr lang="de-DE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90935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A9480-6133-BCDA-D6EE-ABAC97CF6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34433A7E-8D74-8152-7C28-1C5E947F524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503195" y="6480000"/>
            <a:ext cx="960000" cy="192000"/>
          </a:xfrm>
        </p:spPr>
        <p:txBody>
          <a:bodyPr/>
          <a:lstStyle/>
          <a:p>
            <a:fld id="{087158B1-A480-4390-8402-7A80A3BAEC4B}" type="slidenum">
              <a:rPr lang="de-DE" smtClean="0">
                <a:solidFill>
                  <a:srgbClr val="000000"/>
                </a:solidFill>
              </a:rPr>
              <a:pPr/>
              <a:t>23</a:t>
            </a:fld>
            <a:r>
              <a:rPr lang="de-DE" dirty="0"/>
              <a:t> / 57</a:t>
            </a:r>
            <a:endParaRPr lang="de-DE" dirty="0">
              <a:solidFill>
                <a:srgbClr val="000000"/>
              </a:solidFill>
            </a:endParaRPr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0DC87BC0-2F8C-4CF1-1C07-4D0B91AD4C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95836"/>
            <a:ext cx="12192000" cy="6032720"/>
          </a:xfrm>
          <a:prstGeom prst="rect">
            <a:avLst/>
          </a:prstGeom>
        </p:spPr>
      </p:pic>
      <p:sp>
        <p:nvSpPr>
          <p:cNvPr id="15" name="Rechteck 14">
            <a:extLst>
              <a:ext uri="{FF2B5EF4-FFF2-40B4-BE49-F238E27FC236}">
                <a16:creationId xmlns:a16="http://schemas.microsoft.com/office/drawing/2014/main" id="{7B0215DA-D16C-DE87-E00C-9D31C4B95A1B}"/>
              </a:ext>
            </a:extLst>
          </p:cNvPr>
          <p:cNvSpPr/>
          <p:nvPr/>
        </p:nvSpPr>
        <p:spPr>
          <a:xfrm>
            <a:off x="9188823" y="6349271"/>
            <a:ext cx="2626660" cy="32272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Textplatzhalter 9">
            <a:extLst>
              <a:ext uri="{FF2B5EF4-FFF2-40B4-BE49-F238E27FC236}">
                <a16:creationId xmlns:a16="http://schemas.microsoft.com/office/drawing/2014/main" id="{5544DC91-57E1-763F-55EC-6512310F27E1}"/>
              </a:ext>
            </a:extLst>
          </p:cNvPr>
          <p:cNvSpPr txBox="1">
            <a:spLocks/>
          </p:cNvSpPr>
          <p:nvPr/>
        </p:nvSpPr>
        <p:spPr>
          <a:xfrm>
            <a:off x="4966076" y="2173836"/>
            <a:ext cx="5935008" cy="415472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Verdana" panose="020B0604030504040204" pitchFamily="34" charset="0"/>
              <a:buNone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Verdana" panose="020B0604030504040204" pitchFamily="34" charset="0"/>
              <a:buNone/>
              <a:defRPr sz="1600" b="1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80000" indent="-18000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Verdana" panose="020B060403050404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360000" indent="-18000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Verdana" panose="020B060403050404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540000" indent="-18000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Verdana" panose="020B060403050404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39994" indent="-2399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Verdana" panose="020B0604030504040204" pitchFamily="34" charset="0"/>
              <a:buChar char="&gt;"/>
              <a:tabLst>
                <a:tab pos="2159946" algn="l"/>
              </a:tabLst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Verdana" panose="020B060403050404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Verdana" panose="020B060403050404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Verdana" panose="020B060403050404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endParaRPr lang="de-DE" dirty="0"/>
          </a:p>
          <a:p>
            <a:pPr lvl="2"/>
            <a:r>
              <a:rPr lang="de-DE" dirty="0"/>
              <a:t>Durchschnittliche Komplexität: O(n * log(n))</a:t>
            </a:r>
          </a:p>
          <a:p>
            <a:pPr lvl="2"/>
            <a:r>
              <a:rPr lang="de-DE" dirty="0"/>
              <a:t>Bester Fall: O(n * log(n))</a:t>
            </a:r>
          </a:p>
          <a:p>
            <a:pPr lvl="2"/>
            <a:r>
              <a:rPr lang="de-DE" dirty="0"/>
              <a:t>Schlimmster Fall: O(n</a:t>
            </a:r>
            <a:r>
              <a:rPr lang="de-DE" baseline="30000" dirty="0"/>
              <a:t>2</a:t>
            </a:r>
            <a:r>
              <a:rPr lang="de-DE" dirty="0"/>
              <a:t>)</a:t>
            </a:r>
          </a:p>
          <a:p>
            <a:pPr lvl="2"/>
            <a:r>
              <a:rPr lang="de-DE" dirty="0"/>
              <a:t>Speicherkomplexität: O(n)</a:t>
            </a:r>
          </a:p>
          <a:p>
            <a:pPr lvl="2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977344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34DB4-699F-82FB-6A62-17D25162E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C789B97D-911B-2C55-1DC1-31D79BE4BC9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532" imgH="533" progId="TCLayout.ActiveDocument.1">
                  <p:embed/>
                </p:oleObj>
              </mc:Choice>
              <mc:Fallback>
                <p:oleObj name="think-cell Folie" r:id="rId3" imgW="532" imgH="533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789B97D-911B-2C55-1DC1-31D79BE4BC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itel 7">
            <a:extLst>
              <a:ext uri="{FF2B5EF4-FFF2-40B4-BE49-F238E27FC236}">
                <a16:creationId xmlns:a16="http://schemas.microsoft.com/office/drawing/2014/main" id="{B728A33C-5F6E-7180-2257-A559A7187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799" y="1341438"/>
            <a:ext cx="11233775" cy="758856"/>
          </a:xfrm>
        </p:spPr>
        <p:txBody>
          <a:bodyPr vert="horz" rIns="0"/>
          <a:lstStyle/>
          <a:p>
            <a:r>
              <a:rPr lang="de-DE" dirty="0"/>
              <a:t>4. CPU </a:t>
            </a:r>
            <a:r>
              <a:rPr lang="de-DE" dirty="0" err="1"/>
              <a:t>vs</a:t>
            </a:r>
            <a:r>
              <a:rPr lang="de-DE" dirty="0"/>
              <a:t> </a:t>
            </a:r>
            <a:r>
              <a:rPr lang="de-DE" dirty="0" err="1"/>
              <a:t>gpu</a:t>
            </a:r>
            <a:endParaRPr lang="de-DE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23E2F88A-8E8C-70C5-FE55-9706BFFBA6C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477793" y="6409426"/>
            <a:ext cx="531498" cy="262574"/>
          </a:xfrm>
        </p:spPr>
        <p:txBody>
          <a:bodyPr/>
          <a:lstStyle/>
          <a:p>
            <a:fld id="{087158B1-A480-4390-8402-7A80A3BAEC4B}" type="slidenum">
              <a:rPr lang="de-DE" smtClean="0"/>
              <a:pPr/>
              <a:t>24</a:t>
            </a:fld>
            <a:r>
              <a:rPr lang="de-DE" dirty="0"/>
              <a:t> / 57</a:t>
            </a:r>
          </a:p>
        </p:txBody>
      </p:sp>
    </p:spTree>
    <p:extLst>
      <p:ext uri="{BB962C8B-B14F-4D97-AF65-F5344CB8AC3E}">
        <p14:creationId xmlns:p14="http://schemas.microsoft.com/office/powerpoint/2010/main" val="24245820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5EC196-CB03-ABF9-E2A2-BA13D26A4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8AC017F5-C98A-4101-0D6B-0250D911EE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1651" y="1365251"/>
            <a:ext cx="8955605" cy="477948"/>
          </a:xfrm>
        </p:spPr>
        <p:txBody>
          <a:bodyPr/>
          <a:lstStyle/>
          <a:p>
            <a:r>
              <a:rPr lang="de-DE" dirty="0">
                <a:solidFill>
                  <a:srgbClr val="000000"/>
                </a:solidFill>
              </a:rPr>
              <a:t>4.1 CPU: Von Neumann Architektur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74995D6F-6740-1916-8B1B-EA6579A38CEC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503195" y="6480000"/>
            <a:ext cx="960000" cy="192000"/>
          </a:xfrm>
        </p:spPr>
        <p:txBody>
          <a:bodyPr/>
          <a:lstStyle/>
          <a:p>
            <a:fld id="{087158B1-A480-4390-8402-7A80A3BAEC4B}" type="slidenum">
              <a:rPr lang="de-DE" smtClean="0">
                <a:solidFill>
                  <a:srgbClr val="000000"/>
                </a:solidFill>
              </a:rPr>
              <a:pPr/>
              <a:t>25</a:t>
            </a:fld>
            <a:r>
              <a:rPr lang="de-DE" dirty="0"/>
              <a:t> / 57</a:t>
            </a:r>
            <a:endParaRPr lang="de-DE" dirty="0">
              <a:solidFill>
                <a:srgbClr val="000000"/>
              </a:solidFill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ABE34B56-4343-297A-756C-CCF9F6738B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195" y="2280801"/>
            <a:ext cx="6502152" cy="3761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49710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03378E-B1D9-6425-C011-16CDFB64CA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BC60AEB9-A752-3B96-8A0E-42FB76812F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1651" y="1365251"/>
            <a:ext cx="8955605" cy="477948"/>
          </a:xfrm>
        </p:spPr>
        <p:txBody>
          <a:bodyPr/>
          <a:lstStyle/>
          <a:p>
            <a:r>
              <a:rPr lang="de-DE" dirty="0">
                <a:solidFill>
                  <a:srgbClr val="000000"/>
                </a:solidFill>
              </a:rPr>
              <a:t>4.2 Unterschiede zwischen CPU und GPU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5F1065F3-F81F-56A1-C738-EF41E40DA21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503195" y="6480000"/>
            <a:ext cx="960000" cy="192000"/>
          </a:xfrm>
        </p:spPr>
        <p:txBody>
          <a:bodyPr/>
          <a:lstStyle/>
          <a:p>
            <a:fld id="{087158B1-A480-4390-8402-7A80A3BAEC4B}" type="slidenum">
              <a:rPr lang="de-DE" smtClean="0">
                <a:solidFill>
                  <a:srgbClr val="000000"/>
                </a:solidFill>
              </a:rPr>
              <a:pPr/>
              <a:t>26</a:t>
            </a:fld>
            <a:r>
              <a:rPr lang="de-DE" dirty="0"/>
              <a:t> / 57</a:t>
            </a:r>
            <a:endParaRPr lang="de-DE" dirty="0">
              <a:solidFill>
                <a:srgbClr val="000000"/>
              </a:solidFill>
            </a:endParaRP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5F3C1C22-ECD3-7A34-CFE4-BC1EBB1F0E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651" y="1993836"/>
            <a:ext cx="4479454" cy="4335246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CD41C2D7-40E1-F74C-D995-8EF1B5B201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26"/>
          <a:stretch/>
        </p:blipFill>
        <p:spPr>
          <a:xfrm>
            <a:off x="5220950" y="1993836"/>
            <a:ext cx="4710953" cy="4335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1428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FC8C4E-43DA-F178-F814-724524878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E7DE18FA-087C-E659-8738-BF3A9A3BDF31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532" imgH="533" progId="TCLayout.ActiveDocument.1">
                  <p:embed/>
                </p:oleObj>
              </mc:Choice>
              <mc:Fallback>
                <p:oleObj name="think-cell Folie" r:id="rId3" imgW="532" imgH="533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7DE18FA-087C-E659-8738-BF3A9A3BDF3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itel 7">
            <a:extLst>
              <a:ext uri="{FF2B5EF4-FFF2-40B4-BE49-F238E27FC236}">
                <a16:creationId xmlns:a16="http://schemas.microsoft.com/office/drawing/2014/main" id="{A9D50BE7-F2BE-89C5-4940-F643760C4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799" y="1341438"/>
            <a:ext cx="11233775" cy="758856"/>
          </a:xfrm>
        </p:spPr>
        <p:txBody>
          <a:bodyPr vert="horz" rIns="0"/>
          <a:lstStyle/>
          <a:p>
            <a:r>
              <a:rPr lang="de-DE" dirty="0"/>
              <a:t>5. Matrizen Rechnung</a:t>
            </a:r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B53188E8-7A9E-28B6-F320-BEC94F29959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477793" y="6480000"/>
            <a:ext cx="617762" cy="192000"/>
          </a:xfrm>
        </p:spPr>
        <p:txBody>
          <a:bodyPr/>
          <a:lstStyle/>
          <a:p>
            <a:fld id="{087158B1-A480-4390-8402-7A80A3BAEC4B}" type="slidenum">
              <a:rPr lang="de-DE" smtClean="0"/>
              <a:pPr/>
              <a:t>27</a:t>
            </a:fld>
            <a:r>
              <a:rPr lang="de-DE" dirty="0"/>
              <a:t> / 57</a:t>
            </a:r>
          </a:p>
        </p:txBody>
      </p:sp>
    </p:spTree>
    <p:extLst>
      <p:ext uri="{BB962C8B-B14F-4D97-AF65-F5344CB8AC3E}">
        <p14:creationId xmlns:p14="http://schemas.microsoft.com/office/powerpoint/2010/main" val="35746439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FC815E-18FF-26D4-5F64-1D6BA8A0B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263234A2-22D9-C0F1-9F3F-2D92EC5491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1651" y="1365251"/>
            <a:ext cx="8955605" cy="477948"/>
          </a:xfrm>
        </p:spPr>
        <p:txBody>
          <a:bodyPr/>
          <a:lstStyle/>
          <a:p>
            <a:r>
              <a:rPr lang="de-DE" dirty="0">
                <a:solidFill>
                  <a:srgbClr val="000000"/>
                </a:solidFill>
              </a:rPr>
              <a:t>5.1 Was sind Matrizen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1EE82A8F-35A4-9972-B15B-F35DECF9B34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503195" y="6480000"/>
            <a:ext cx="960000" cy="192000"/>
          </a:xfrm>
        </p:spPr>
        <p:txBody>
          <a:bodyPr/>
          <a:lstStyle/>
          <a:p>
            <a:fld id="{087158B1-A480-4390-8402-7A80A3BAEC4B}" type="slidenum">
              <a:rPr lang="de-DE" smtClean="0">
                <a:solidFill>
                  <a:srgbClr val="000000"/>
                </a:solidFill>
              </a:rPr>
              <a:pPr/>
              <a:t>28</a:t>
            </a:fld>
            <a:r>
              <a:rPr lang="de-DE" dirty="0"/>
              <a:t> / 57</a:t>
            </a:r>
            <a:endParaRPr lang="de-DE" dirty="0">
              <a:solidFill>
                <a:srgbClr val="000000"/>
              </a:solidFill>
            </a:endParaRP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47989E5B-4088-D5D5-4BC7-BA525BF117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4588" y="2343416"/>
            <a:ext cx="2974661" cy="1286340"/>
          </a:xfrm>
          <a:prstGeom prst="rect">
            <a:avLst/>
          </a:prstGeom>
        </p:spPr>
      </p:pic>
      <p:sp>
        <p:nvSpPr>
          <p:cNvPr id="17" name="Textplatzhalter 1">
            <a:extLst>
              <a:ext uri="{FF2B5EF4-FFF2-40B4-BE49-F238E27FC236}">
                <a16:creationId xmlns:a16="http://schemas.microsoft.com/office/drawing/2014/main" id="{10C803F9-89A9-5E26-F60E-1658129605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344588" y="3936352"/>
            <a:ext cx="3530350" cy="576000"/>
          </a:xfrm>
        </p:spPr>
        <p:txBody>
          <a:bodyPr/>
          <a:lstStyle/>
          <a:p>
            <a:r>
              <a:rPr lang="de-DE" dirty="0">
                <a:solidFill>
                  <a:srgbClr val="000000"/>
                </a:solidFill>
              </a:rPr>
              <a:t>Matrix mit den Dimensionen m*n</a:t>
            </a:r>
          </a:p>
        </p:txBody>
      </p:sp>
      <p:sp>
        <p:nvSpPr>
          <p:cNvPr id="19" name="Textplatzhalter 1">
            <a:extLst>
              <a:ext uri="{FF2B5EF4-FFF2-40B4-BE49-F238E27FC236}">
                <a16:creationId xmlns:a16="http://schemas.microsoft.com/office/drawing/2014/main" id="{47FB6306-DD7D-E0A8-8033-14CB025168CD}"/>
              </a:ext>
            </a:extLst>
          </p:cNvPr>
          <p:cNvSpPr txBox="1">
            <a:spLocks/>
          </p:cNvSpPr>
          <p:nvPr/>
        </p:nvSpPr>
        <p:spPr>
          <a:xfrm>
            <a:off x="501650" y="2343416"/>
            <a:ext cx="3371103" cy="240787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Verdana" panose="020B0604030504040204" pitchFamily="34" charset="0"/>
              <a:buNone/>
              <a:defRPr sz="16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Verdana" panose="020B0604030504040204" pitchFamily="34" charset="0"/>
              <a:buNone/>
              <a:defRPr sz="16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Verdana" panose="020B0604030504040204" pitchFamily="34" charset="0"/>
              <a:buNone/>
              <a:defRPr sz="16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tabLst>
                <a:tab pos="2159946" algn="l"/>
              </a:tabLst>
              <a:defRPr sz="16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 err="1"/>
              <a:t>const</a:t>
            </a:r>
            <a:r>
              <a:rPr lang="de-DE" dirty="0"/>
              <a:t> </a:t>
            </a:r>
            <a:r>
              <a:rPr lang="de-DE" dirty="0" err="1"/>
              <a:t>arr</a:t>
            </a:r>
            <a:r>
              <a:rPr lang="de-DE" dirty="0"/>
              <a:t>: </a:t>
            </a:r>
            <a:r>
              <a:rPr lang="de-DE" dirty="0" err="1"/>
              <a:t>number</a:t>
            </a:r>
            <a:r>
              <a:rPr lang="de-DE" dirty="0"/>
              <a:t>[][] = [</a:t>
            </a:r>
          </a:p>
          <a:p>
            <a:r>
              <a:rPr lang="de-DE" dirty="0"/>
              <a:t>[22, 24, 19, 23, 25, 20, 21], </a:t>
            </a:r>
          </a:p>
          <a:p>
            <a:r>
              <a:rPr lang="de-DE" dirty="0"/>
              <a:t>[18, 22, 21, 25, 26, 24, 19], </a:t>
            </a:r>
          </a:p>
          <a:p>
            <a:r>
              <a:rPr lang="de-DE" dirty="0"/>
              <a:t>[20, 23, 22, 27, 24, 22, 18], </a:t>
            </a:r>
          </a:p>
          <a:p>
            <a:r>
              <a:rPr lang="de-DE" dirty="0"/>
              <a:t>[19, 21, 24, 26, 25, 23, 20], </a:t>
            </a:r>
          </a:p>
          <a:p>
            <a:r>
              <a:rPr lang="de-DE" dirty="0"/>
              <a:t>[23, 25, 27, 26, 22, 24, 21]</a:t>
            </a:r>
          </a:p>
          <a:p>
            <a:r>
              <a:rPr lang="de-DE" dirty="0"/>
              <a:t>];</a:t>
            </a:r>
          </a:p>
          <a:p>
            <a:endParaRPr lang="de-DE" dirty="0"/>
          </a:p>
          <a:p>
            <a:r>
              <a:rPr lang="de-DE" dirty="0"/>
              <a:t>Eine Matrix ist als 2D-Array oder</a:t>
            </a:r>
          </a:p>
          <a:p>
            <a:r>
              <a:rPr lang="de-DE" dirty="0"/>
              <a:t>Tabelle darstellbar</a:t>
            </a:r>
          </a:p>
        </p:txBody>
      </p:sp>
    </p:spTree>
    <p:extLst>
      <p:ext uri="{BB962C8B-B14F-4D97-AF65-F5344CB8AC3E}">
        <p14:creationId xmlns:p14="http://schemas.microsoft.com/office/powerpoint/2010/main" val="36870852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F36C0-C2D7-B238-3182-A8FCFB40B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526B99CE-CC3A-141E-06A0-88963B8C0F6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1662" y="2125432"/>
            <a:ext cx="8955605" cy="348827"/>
          </a:xfrm>
        </p:spPr>
        <p:txBody>
          <a:bodyPr/>
          <a:lstStyle/>
          <a:p>
            <a:r>
              <a:rPr lang="de-DE" dirty="0">
                <a:solidFill>
                  <a:srgbClr val="000000"/>
                </a:solidFill>
              </a:rPr>
              <a:t>Wichtigste Matrizen Rechnung bei Computern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3CD372B1-EEE3-323D-7B61-6219473620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1651" y="1365251"/>
            <a:ext cx="8955605" cy="477948"/>
          </a:xfrm>
        </p:spPr>
        <p:txBody>
          <a:bodyPr/>
          <a:lstStyle/>
          <a:p>
            <a:r>
              <a:rPr lang="de-DE" dirty="0">
                <a:solidFill>
                  <a:srgbClr val="000000"/>
                </a:solidFill>
              </a:rPr>
              <a:t>5.2 Matrizen Multiplikation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F42799E0-A949-6388-58B8-852D7719D643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503195" y="6480000"/>
            <a:ext cx="960000" cy="192000"/>
          </a:xfrm>
        </p:spPr>
        <p:txBody>
          <a:bodyPr/>
          <a:lstStyle/>
          <a:p>
            <a:fld id="{087158B1-A480-4390-8402-7A80A3BAEC4B}" type="slidenum">
              <a:rPr lang="de-DE" smtClean="0">
                <a:solidFill>
                  <a:srgbClr val="000000"/>
                </a:solidFill>
              </a:rPr>
              <a:pPr/>
              <a:t>29</a:t>
            </a:fld>
            <a:r>
              <a:rPr lang="de-DE" dirty="0"/>
              <a:t> / 57</a:t>
            </a:r>
            <a:endParaRPr lang="de-DE" dirty="0">
              <a:solidFill>
                <a:srgbClr val="000000"/>
              </a:solidFill>
            </a:endParaRP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E0339F51-77E9-DA63-3E49-83BFD4BFC7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651" y="2596325"/>
            <a:ext cx="8229600" cy="139859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0B7DF730-9AC9-4F5F-88E8-BA928FABFE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953" y="4116981"/>
            <a:ext cx="10943541" cy="1482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15060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6302AA-4B4A-C64D-FD9C-BED8EA47E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70BB5AAA-62E8-AD20-19B5-BCBBF174AD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1651" y="1365251"/>
            <a:ext cx="8955605" cy="477948"/>
          </a:xfrm>
        </p:spPr>
        <p:txBody>
          <a:bodyPr/>
          <a:lstStyle/>
          <a:p>
            <a:r>
              <a:rPr lang="de-DE" dirty="0">
                <a:solidFill>
                  <a:srgbClr val="000000"/>
                </a:solidFill>
              </a:rPr>
              <a:t>5.2 Matrizen Multiplikation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CA4CA12E-8792-2B6C-A497-CCC44F7057A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503195" y="6480000"/>
            <a:ext cx="960000" cy="192000"/>
          </a:xfrm>
        </p:spPr>
        <p:txBody>
          <a:bodyPr/>
          <a:lstStyle/>
          <a:p>
            <a:fld id="{087158B1-A480-4390-8402-7A80A3BAEC4B}" type="slidenum">
              <a:rPr lang="de-DE" smtClean="0">
                <a:solidFill>
                  <a:srgbClr val="000000"/>
                </a:solidFill>
              </a:rPr>
              <a:pPr/>
              <a:t>30</a:t>
            </a:fld>
            <a:r>
              <a:rPr lang="de-DE" dirty="0"/>
              <a:t> / 57</a:t>
            </a:r>
            <a:endParaRPr lang="de-DE" dirty="0">
              <a:solidFill>
                <a:srgbClr val="000000"/>
              </a:solidFill>
            </a:endParaRP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03E21E9F-D6F9-415D-B8A7-C9EB3459EF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651" y="2160494"/>
            <a:ext cx="3132810" cy="3206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291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C35805-474D-458A-ABA9-7F1825767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01ABB49D-4760-1EBB-7704-2C7712F1A6A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1662" y="2125432"/>
            <a:ext cx="8955605" cy="576000"/>
          </a:xfrm>
        </p:spPr>
        <p:txBody>
          <a:bodyPr/>
          <a:lstStyle/>
          <a:p>
            <a:r>
              <a:rPr lang="de-DE" dirty="0">
                <a:solidFill>
                  <a:srgbClr val="000000"/>
                </a:solidFill>
              </a:rPr>
              <a:t>Problem</a:t>
            </a:r>
            <a:r>
              <a:rPr lang="de-DE" dirty="0"/>
              <a:t>: Objekt im dreidimensionalen Raum soll verschoben, rotiert und/oder skaliert werden</a:t>
            </a:r>
          </a:p>
          <a:p>
            <a:r>
              <a:rPr lang="de-DE" dirty="0">
                <a:solidFill>
                  <a:srgbClr val="000000"/>
                </a:solidFill>
              </a:rPr>
              <a:t>Lösung: Transformationsmatrix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E4E1C7C9-A6D3-405A-00E6-A2E5EBA5A6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1651" y="1365251"/>
            <a:ext cx="8955605" cy="477948"/>
          </a:xfrm>
        </p:spPr>
        <p:txBody>
          <a:bodyPr/>
          <a:lstStyle/>
          <a:p>
            <a:r>
              <a:rPr lang="de-DE" dirty="0">
                <a:solidFill>
                  <a:srgbClr val="000000"/>
                </a:solidFill>
              </a:rPr>
              <a:t>5.3 Anwendungsbeispiel Transformation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F446FE91-9825-D181-3737-DF81395A0010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503195" y="6480000"/>
            <a:ext cx="960000" cy="192000"/>
          </a:xfrm>
        </p:spPr>
        <p:txBody>
          <a:bodyPr/>
          <a:lstStyle/>
          <a:p>
            <a:fld id="{087158B1-A480-4390-8402-7A80A3BAEC4B}" type="slidenum">
              <a:rPr lang="de-DE" smtClean="0">
                <a:solidFill>
                  <a:srgbClr val="000000"/>
                </a:solidFill>
              </a:rPr>
              <a:pPr/>
              <a:t>31</a:t>
            </a:fld>
            <a:r>
              <a:rPr lang="de-DE" dirty="0"/>
              <a:t> / 57</a:t>
            </a:r>
            <a:endParaRPr lang="de-DE" dirty="0">
              <a:solidFill>
                <a:srgbClr val="000000"/>
              </a:solidFill>
            </a:endParaRP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60F42C10-72E4-2D27-F099-8CC8344DFA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180" y="3071153"/>
            <a:ext cx="4577719" cy="3063390"/>
          </a:xfrm>
          <a:prstGeom prst="rect">
            <a:avLst/>
          </a:prstGeom>
        </p:spPr>
      </p:pic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F737D700-F3D6-7973-D679-D131D92C558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486029" y="3175850"/>
            <a:ext cx="5657102" cy="2884292"/>
          </a:xfrm>
        </p:spPr>
        <p:txBody>
          <a:bodyPr/>
          <a:lstStyle/>
          <a:p>
            <a:pPr lvl="2"/>
            <a:r>
              <a:rPr lang="de-DE" dirty="0"/>
              <a:t>erste Matrix: </a:t>
            </a:r>
            <a:r>
              <a:rPr lang="de-DE" dirty="0" err="1"/>
              <a:t>Orginalkoordinaten</a:t>
            </a:r>
            <a:endParaRPr lang="de-DE" dirty="0"/>
          </a:p>
          <a:p>
            <a:pPr lvl="2"/>
            <a:r>
              <a:rPr lang="de-DE" dirty="0">
                <a:solidFill>
                  <a:srgbClr val="000000"/>
                </a:solidFill>
              </a:rPr>
              <a:t> </a:t>
            </a:r>
            <a:r>
              <a:rPr lang="de-DE" dirty="0"/>
              <a:t>zweite Matrix: </a:t>
            </a:r>
            <a:r>
              <a:rPr lang="de-DE" dirty="0" err="1"/>
              <a:t>transformationsmatrix</a:t>
            </a:r>
            <a:endParaRPr lang="de-DE" dirty="0"/>
          </a:p>
          <a:p>
            <a:pPr lvl="2"/>
            <a:r>
              <a:rPr lang="de-DE" dirty="0"/>
              <a:t>T: Position</a:t>
            </a:r>
          </a:p>
          <a:p>
            <a:pPr lvl="2"/>
            <a:r>
              <a:rPr lang="de-DE" dirty="0"/>
              <a:t>M: Rotation</a:t>
            </a:r>
          </a:p>
          <a:p>
            <a:pPr lvl="2"/>
            <a:r>
              <a:rPr lang="de-DE" dirty="0"/>
              <a:t>S: Skalierung</a:t>
            </a:r>
          </a:p>
          <a:p>
            <a:pPr lvl="2"/>
            <a:r>
              <a:rPr lang="de-DE" dirty="0"/>
              <a:t>Zahlen: </a:t>
            </a:r>
            <a:r>
              <a:rPr lang="de-DE" dirty="0" err="1"/>
              <a:t>fixed</a:t>
            </a:r>
            <a:r>
              <a:rPr lang="de-DE" dirty="0"/>
              <a:t> -&gt; nur 12 Freiheitsgrade</a:t>
            </a:r>
          </a:p>
        </p:txBody>
      </p:sp>
    </p:spTree>
    <p:extLst>
      <p:ext uri="{BB962C8B-B14F-4D97-AF65-F5344CB8AC3E}">
        <p14:creationId xmlns:p14="http://schemas.microsoft.com/office/powerpoint/2010/main" val="205500705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5BDB98-12CB-5F02-F759-ECA0A82CC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6F4D07E9-2619-1B93-7D11-2D90F536FD3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503195" y="6480000"/>
            <a:ext cx="960000" cy="192000"/>
          </a:xfrm>
        </p:spPr>
        <p:txBody>
          <a:bodyPr/>
          <a:lstStyle/>
          <a:p>
            <a:fld id="{087158B1-A480-4390-8402-7A80A3BAEC4B}" type="slidenum">
              <a:rPr lang="de-DE" smtClean="0">
                <a:solidFill>
                  <a:srgbClr val="000000"/>
                </a:solidFill>
              </a:rPr>
              <a:pPr/>
              <a:t>32</a:t>
            </a:fld>
            <a:r>
              <a:rPr lang="de-DE" dirty="0"/>
              <a:t> / 57</a:t>
            </a:r>
            <a:endParaRPr lang="de-DE" dirty="0">
              <a:solidFill>
                <a:srgbClr val="000000"/>
              </a:solidFill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D3B95DFE-3828-8860-618E-41AA4C2C39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7270" y="528133"/>
            <a:ext cx="5369403" cy="2519064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DBAF99F6-1722-F5E4-9E5C-02B96DCAA2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6089" y="3297686"/>
            <a:ext cx="5579821" cy="2906906"/>
          </a:xfrm>
          <a:prstGeom prst="rect">
            <a:avLst/>
          </a:prstGeom>
        </p:spPr>
      </p:pic>
      <p:sp>
        <p:nvSpPr>
          <p:cNvPr id="17" name="Titel 2">
            <a:extLst>
              <a:ext uri="{FF2B5EF4-FFF2-40B4-BE49-F238E27FC236}">
                <a16:creationId xmlns:a16="http://schemas.microsoft.com/office/drawing/2014/main" id="{AA2E90D0-5F8F-A9EE-B87B-3A749D1621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1651" y="1365251"/>
            <a:ext cx="8955605" cy="477948"/>
          </a:xfrm>
        </p:spPr>
        <p:txBody>
          <a:bodyPr/>
          <a:lstStyle/>
          <a:p>
            <a:r>
              <a:rPr lang="de-DE" dirty="0">
                <a:solidFill>
                  <a:srgbClr val="000000"/>
                </a:solidFill>
              </a:rPr>
              <a:t>verschieben</a:t>
            </a:r>
          </a:p>
        </p:txBody>
      </p:sp>
    </p:spTree>
    <p:extLst>
      <p:ext uri="{BB962C8B-B14F-4D97-AF65-F5344CB8AC3E}">
        <p14:creationId xmlns:p14="http://schemas.microsoft.com/office/powerpoint/2010/main" val="291947601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089178-462C-9DC7-6D08-A152B6F0A6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085BF4E9-815B-8A33-927C-4D9B89852FC7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503195" y="6480000"/>
            <a:ext cx="960000" cy="192000"/>
          </a:xfrm>
        </p:spPr>
        <p:txBody>
          <a:bodyPr/>
          <a:lstStyle/>
          <a:p>
            <a:fld id="{087158B1-A480-4390-8402-7A80A3BAEC4B}" type="slidenum">
              <a:rPr lang="de-DE" smtClean="0">
                <a:solidFill>
                  <a:srgbClr val="000000"/>
                </a:solidFill>
              </a:rPr>
              <a:pPr/>
              <a:t>33</a:t>
            </a:fld>
            <a:r>
              <a:rPr lang="de-DE" dirty="0"/>
              <a:t> / 57</a:t>
            </a:r>
            <a:endParaRPr lang="de-DE" dirty="0">
              <a:solidFill>
                <a:srgbClr val="000000"/>
              </a:solidFill>
            </a:endParaRPr>
          </a:p>
        </p:txBody>
      </p:sp>
      <p:sp>
        <p:nvSpPr>
          <p:cNvPr id="17" name="Titel 2">
            <a:extLst>
              <a:ext uri="{FF2B5EF4-FFF2-40B4-BE49-F238E27FC236}">
                <a16:creationId xmlns:a16="http://schemas.microsoft.com/office/drawing/2014/main" id="{DB058B96-C932-302A-8708-CD59B7C5FE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1651" y="1478203"/>
            <a:ext cx="3143347" cy="2063749"/>
          </a:xfrm>
        </p:spPr>
        <p:txBody>
          <a:bodyPr/>
          <a:lstStyle/>
          <a:p>
            <a:r>
              <a:rPr lang="de-DE" dirty="0">
                <a:solidFill>
                  <a:srgbClr val="000000"/>
                </a:solidFill>
              </a:rPr>
              <a:t>Rotation um die z-Achse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8E432C45-E39C-9D70-4263-649E5F97E0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4998" y="370349"/>
            <a:ext cx="4902004" cy="2945700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8893FFF7-B623-96C7-D90C-8915A212FA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2646" y="3674566"/>
            <a:ext cx="4704356" cy="241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320617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00CBD2-0B31-48F7-F70E-DC8DBBC51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7E1F1499-AE50-21D2-BD37-5AD0CB5C21B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503195" y="6480000"/>
            <a:ext cx="960000" cy="192000"/>
          </a:xfrm>
        </p:spPr>
        <p:txBody>
          <a:bodyPr/>
          <a:lstStyle/>
          <a:p>
            <a:fld id="{087158B1-A480-4390-8402-7A80A3BAEC4B}" type="slidenum">
              <a:rPr lang="de-DE" smtClean="0">
                <a:solidFill>
                  <a:srgbClr val="000000"/>
                </a:solidFill>
              </a:rPr>
              <a:pPr/>
              <a:t>34</a:t>
            </a:fld>
            <a:r>
              <a:rPr lang="de-DE" dirty="0"/>
              <a:t> / 57</a:t>
            </a:r>
            <a:endParaRPr lang="de-DE" dirty="0">
              <a:solidFill>
                <a:srgbClr val="000000"/>
              </a:solidFill>
            </a:endParaRPr>
          </a:p>
        </p:txBody>
      </p:sp>
      <p:sp>
        <p:nvSpPr>
          <p:cNvPr id="17" name="Titel 2">
            <a:extLst>
              <a:ext uri="{FF2B5EF4-FFF2-40B4-BE49-F238E27FC236}">
                <a16:creationId xmlns:a16="http://schemas.microsoft.com/office/drawing/2014/main" id="{B1AD4F56-0F00-7E2E-3353-0122953E00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1651" y="1478203"/>
            <a:ext cx="3143347" cy="2063749"/>
          </a:xfrm>
        </p:spPr>
        <p:txBody>
          <a:bodyPr/>
          <a:lstStyle/>
          <a:p>
            <a:r>
              <a:rPr lang="de-DE" dirty="0">
                <a:solidFill>
                  <a:srgbClr val="000000"/>
                </a:solidFill>
              </a:rPr>
              <a:t>Rotation um die x-Achse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81651929-1024-641B-1B01-DD4245977A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8524" y="922038"/>
            <a:ext cx="5290292" cy="2615425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B7469992-9906-8AD4-5E15-F82A0332F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7575" y="3537463"/>
            <a:ext cx="5333013" cy="2722327"/>
          </a:xfrm>
          <a:prstGeom prst="rect">
            <a:avLst/>
          </a:prstGeom>
        </p:spPr>
      </p:pic>
      <p:sp>
        <p:nvSpPr>
          <p:cNvPr id="9" name="Titel 2">
            <a:extLst>
              <a:ext uri="{FF2B5EF4-FFF2-40B4-BE49-F238E27FC236}">
                <a16:creationId xmlns:a16="http://schemas.microsoft.com/office/drawing/2014/main" id="{087D39F4-9D60-5E65-1AE5-D51FF380E2DD}"/>
              </a:ext>
            </a:extLst>
          </p:cNvPr>
          <p:cNvSpPr txBox="1">
            <a:spLocks/>
          </p:cNvSpPr>
          <p:nvPr/>
        </p:nvSpPr>
        <p:spPr>
          <a:xfrm>
            <a:off x="618192" y="4196041"/>
            <a:ext cx="3143347" cy="206374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914377" rtl="0" eaLnBrk="1" latinLnBrk="0" hangingPunct="1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Font typeface="Verdana" panose="020B0604030504040204" pitchFamily="34" charset="0"/>
              <a:buNone/>
              <a:defRPr sz="3200" kern="1200" cap="none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>
                <a:solidFill>
                  <a:srgbClr val="000000"/>
                </a:solidFill>
              </a:rPr>
              <a:t>Rotation um die y-Achse</a:t>
            </a:r>
          </a:p>
        </p:txBody>
      </p:sp>
    </p:spTree>
    <p:extLst>
      <p:ext uri="{BB962C8B-B14F-4D97-AF65-F5344CB8AC3E}">
        <p14:creationId xmlns:p14="http://schemas.microsoft.com/office/powerpoint/2010/main" val="287178286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E580B7-FEAD-D17D-75AC-F8E5189CD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363F0E5A-E481-48F2-E698-624B04E6AFB6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503195" y="6480000"/>
            <a:ext cx="960000" cy="192000"/>
          </a:xfrm>
        </p:spPr>
        <p:txBody>
          <a:bodyPr/>
          <a:lstStyle/>
          <a:p>
            <a:fld id="{087158B1-A480-4390-8402-7A80A3BAEC4B}" type="slidenum">
              <a:rPr lang="de-DE" smtClean="0">
                <a:solidFill>
                  <a:srgbClr val="000000"/>
                </a:solidFill>
              </a:rPr>
              <a:pPr/>
              <a:t>35</a:t>
            </a:fld>
            <a:r>
              <a:rPr lang="de-DE" dirty="0"/>
              <a:t> / 57</a:t>
            </a:r>
            <a:endParaRPr lang="de-DE" dirty="0">
              <a:solidFill>
                <a:srgbClr val="000000"/>
              </a:solidFill>
            </a:endParaRPr>
          </a:p>
        </p:txBody>
      </p:sp>
      <p:sp>
        <p:nvSpPr>
          <p:cNvPr id="17" name="Titel 2">
            <a:extLst>
              <a:ext uri="{FF2B5EF4-FFF2-40B4-BE49-F238E27FC236}">
                <a16:creationId xmlns:a16="http://schemas.microsoft.com/office/drawing/2014/main" id="{063A7CB1-1354-67FE-AB00-4F94327EE9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1651" y="1478203"/>
            <a:ext cx="3143347" cy="2063749"/>
          </a:xfrm>
        </p:spPr>
        <p:txBody>
          <a:bodyPr/>
          <a:lstStyle/>
          <a:p>
            <a:r>
              <a:rPr lang="de-DE" dirty="0">
                <a:solidFill>
                  <a:srgbClr val="000000"/>
                </a:solidFill>
              </a:rPr>
              <a:t>Skalierung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8C3F35F4-2A62-E580-1CA1-DF18C948AC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7835" y="533363"/>
            <a:ext cx="5783059" cy="2937539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85F5C4F8-F8B0-DFA7-A980-64AE61BC4B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7835" y="3583996"/>
            <a:ext cx="5254141" cy="2563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60317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5E303-9445-5E04-E62F-F508E5096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0837C842-7D47-EB11-59E3-4F2B078E74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1651" y="1365251"/>
            <a:ext cx="8955605" cy="477948"/>
          </a:xfrm>
        </p:spPr>
        <p:txBody>
          <a:bodyPr/>
          <a:lstStyle/>
          <a:p>
            <a:r>
              <a:rPr lang="de-DE" dirty="0">
                <a:solidFill>
                  <a:srgbClr val="000000"/>
                </a:solidFill>
              </a:rPr>
              <a:t>5.3 Anwendungsbeispiel Transformation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6E24513E-DC5E-F8D7-C5D6-30D509C3729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1651" y="2125433"/>
            <a:ext cx="8955605" cy="4154720"/>
          </a:xfrm>
        </p:spPr>
        <p:txBody>
          <a:bodyPr/>
          <a:lstStyle/>
          <a:p>
            <a:pPr lvl="2"/>
            <a:r>
              <a:rPr lang="de-DE" dirty="0">
                <a:solidFill>
                  <a:srgbClr val="000000"/>
                </a:solidFill>
              </a:rPr>
              <a:t>Die beschriebene Multiplikationen sind 4x4x4 Matrizen Multiplikation</a:t>
            </a:r>
          </a:p>
          <a:p>
            <a:pPr lvl="2"/>
            <a:endParaRPr lang="de-DE" dirty="0"/>
          </a:p>
          <a:p>
            <a:pPr marL="0" lvl="2" indent="0">
              <a:buNone/>
            </a:pPr>
            <a:r>
              <a:rPr lang="de-DE" dirty="0"/>
              <a:t>Komplexität von 4x4x4 Matrizen Multiplikation</a:t>
            </a:r>
          </a:p>
          <a:p>
            <a:pPr lvl="2"/>
            <a:r>
              <a:rPr lang="de-DE" dirty="0"/>
              <a:t>Normal: 64 skalare Multiplikationen; O(n</a:t>
            </a:r>
            <a:r>
              <a:rPr lang="de-DE" baseline="30000" dirty="0"/>
              <a:t>3</a:t>
            </a:r>
            <a:r>
              <a:rPr lang="de-DE" dirty="0"/>
              <a:t>)</a:t>
            </a:r>
          </a:p>
          <a:p>
            <a:pPr lvl="2"/>
            <a:r>
              <a:rPr lang="de-DE" dirty="0">
                <a:solidFill>
                  <a:srgbClr val="000000"/>
                </a:solidFill>
              </a:rPr>
              <a:t>Strassmann Algorithmus (von 1969): 49 s</a:t>
            </a:r>
            <a:r>
              <a:rPr lang="de-DE" dirty="0"/>
              <a:t>kalare Multiplikationen; O(n</a:t>
            </a:r>
            <a:r>
              <a:rPr lang="de-DE" baseline="30000" dirty="0"/>
              <a:t>log</a:t>
            </a:r>
            <a:r>
              <a:rPr lang="de-DE" baseline="-25000" dirty="0"/>
              <a:t>2</a:t>
            </a:r>
            <a:r>
              <a:rPr lang="de-DE" baseline="30000" dirty="0"/>
              <a:t>(7)</a:t>
            </a:r>
            <a:r>
              <a:rPr lang="de-DE" dirty="0"/>
              <a:t>)</a:t>
            </a:r>
          </a:p>
          <a:p>
            <a:pPr lvl="2"/>
            <a:r>
              <a:rPr lang="de-DE" dirty="0"/>
              <a:t>Algorithmus von Googles Alpha </a:t>
            </a:r>
            <a:r>
              <a:rPr lang="de-DE" dirty="0" err="1"/>
              <a:t>Evolve</a:t>
            </a:r>
            <a:r>
              <a:rPr lang="de-DE" dirty="0"/>
              <a:t> (von 2025): 48 Skalare Multiplikation</a:t>
            </a:r>
            <a:endParaRPr lang="de-DE" dirty="0">
              <a:solidFill>
                <a:srgbClr val="000000"/>
              </a:solidFill>
            </a:endParaRP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110256A1-6580-5242-CF38-163454D8B15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503195" y="6480000"/>
            <a:ext cx="960000" cy="192000"/>
          </a:xfrm>
        </p:spPr>
        <p:txBody>
          <a:bodyPr/>
          <a:lstStyle/>
          <a:p>
            <a:fld id="{087158B1-A480-4390-8402-7A80A3BAEC4B}" type="slidenum">
              <a:rPr lang="de-DE" smtClean="0">
                <a:solidFill>
                  <a:srgbClr val="000000"/>
                </a:solidFill>
              </a:rPr>
              <a:pPr/>
              <a:t>36</a:t>
            </a:fld>
            <a:r>
              <a:rPr lang="de-DE" dirty="0"/>
              <a:t> / 57</a:t>
            </a:r>
            <a:endParaRPr lang="de-DE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956551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67C57-A18A-1F2F-B443-A78B2DD26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A7340B33-BF3A-D674-3D34-6078967A6E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1651" y="1365251"/>
            <a:ext cx="9198161" cy="477948"/>
          </a:xfrm>
        </p:spPr>
        <p:txBody>
          <a:bodyPr/>
          <a:lstStyle/>
          <a:p>
            <a:r>
              <a:rPr lang="de-DE" dirty="0">
                <a:solidFill>
                  <a:srgbClr val="000000"/>
                </a:solidFill>
              </a:rPr>
              <a:t>5.4 Anwendungsbeispiel Maschinelles lernen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08C0EAEE-F0F5-D6D4-A7F9-B700EE913EB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1651" y="2125433"/>
            <a:ext cx="8955605" cy="4154720"/>
          </a:xfrm>
        </p:spPr>
        <p:txBody>
          <a:bodyPr/>
          <a:lstStyle/>
          <a:p>
            <a:pPr lvl="2"/>
            <a:r>
              <a:rPr lang="de-DE" dirty="0">
                <a:solidFill>
                  <a:srgbClr val="000000"/>
                </a:solidFill>
              </a:rPr>
              <a:t>Riesige Datenmengen müssen gleichzeitig verarbeitet werden</a:t>
            </a:r>
          </a:p>
          <a:p>
            <a:pPr lvl="2"/>
            <a:endParaRPr lang="de-DE" dirty="0"/>
          </a:p>
          <a:p>
            <a:pPr lvl="2"/>
            <a:r>
              <a:rPr lang="de-DE" dirty="0">
                <a:solidFill>
                  <a:srgbClr val="000000"/>
                </a:solidFill>
              </a:rPr>
              <a:t>Neuronale Netze: gewichtete Verbindungen zwischen Knoten</a:t>
            </a:r>
          </a:p>
          <a:p>
            <a:pPr lvl="3"/>
            <a:r>
              <a:rPr lang="de-DE" dirty="0"/>
              <a:t>Darstellbar als Matrix</a:t>
            </a:r>
          </a:p>
          <a:p>
            <a:pPr lvl="3"/>
            <a:r>
              <a:rPr lang="de-DE" dirty="0">
                <a:solidFill>
                  <a:srgbClr val="000000"/>
                </a:solidFill>
              </a:rPr>
              <a:t>Daten werden als Vektoren oder Matrizen eingespeist</a:t>
            </a:r>
          </a:p>
          <a:p>
            <a:pPr lvl="3"/>
            <a:r>
              <a:rPr lang="de-DE" dirty="0"/>
              <a:t>Auf jeder Ebene findet Matrix Multiplikation statt</a:t>
            </a:r>
          </a:p>
          <a:p>
            <a:pPr lvl="4"/>
            <a:r>
              <a:rPr lang="de-DE" dirty="0"/>
              <a:t>l</a:t>
            </a:r>
            <a:r>
              <a:rPr lang="de-DE" dirty="0">
                <a:solidFill>
                  <a:srgbClr val="000000"/>
                </a:solidFill>
              </a:rPr>
              <a:t>ernen passiert durch das Anpassen der Gewichtung durch Matrix Rechnungen, bis das Modell einen verlässlichen Output hat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72552014-B545-7E4A-9DBA-08990EBC516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503195" y="6480000"/>
            <a:ext cx="960000" cy="192000"/>
          </a:xfrm>
        </p:spPr>
        <p:txBody>
          <a:bodyPr/>
          <a:lstStyle/>
          <a:p>
            <a:fld id="{087158B1-A480-4390-8402-7A80A3BAEC4B}" type="slidenum">
              <a:rPr lang="de-DE" smtClean="0">
                <a:solidFill>
                  <a:srgbClr val="000000"/>
                </a:solidFill>
              </a:rPr>
              <a:pPr/>
              <a:t>37</a:t>
            </a:fld>
            <a:r>
              <a:rPr lang="de-DE" dirty="0"/>
              <a:t> / 57</a:t>
            </a:r>
            <a:endParaRPr lang="de-DE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385444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9B3961-A6E1-C4A4-8124-7A6A0822B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0FC85DC6-DF35-14E5-06AD-308BBE0D524F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532" imgH="533" progId="TCLayout.ActiveDocument.1">
                  <p:embed/>
                </p:oleObj>
              </mc:Choice>
              <mc:Fallback>
                <p:oleObj name="think-cell Folie" r:id="rId3" imgW="532" imgH="533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FC85DC6-DF35-14E5-06AD-308BBE0D524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itel 7">
            <a:extLst>
              <a:ext uri="{FF2B5EF4-FFF2-40B4-BE49-F238E27FC236}">
                <a16:creationId xmlns:a16="http://schemas.microsoft.com/office/drawing/2014/main" id="{B95EA6DE-8734-6DD7-FDFC-CFC8C5E8E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799" y="1341438"/>
            <a:ext cx="11233775" cy="758856"/>
          </a:xfrm>
        </p:spPr>
        <p:txBody>
          <a:bodyPr vert="horz" rIns="0"/>
          <a:lstStyle/>
          <a:p>
            <a:r>
              <a:rPr lang="de-DE" dirty="0"/>
              <a:t>6. Verschlüsselung</a:t>
            </a:r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6A088B38-2CEB-D3EC-5CC2-E6A106F5CC97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algn="r"/>
            <a:fld id="{8F535730-0CAF-45C3-89E5-B14F7860B638}" type="datetime1">
              <a:rPr lang="de-DE" sz="1000" smtClean="0">
                <a:solidFill>
                  <a:srgbClr val="000000"/>
                </a:solidFill>
              </a:rPr>
              <a:t>05.01.2026</a:t>
            </a:fld>
            <a:endParaRPr lang="de-DE" sz="1000">
              <a:solidFill>
                <a:srgbClr val="000000"/>
              </a:solidFill>
            </a:endParaRPr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46A72019-830C-AE42-8A1D-68CDE9AA3E9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Name, Bereich,</a:t>
            </a:r>
            <a:endParaRPr lang="de-DE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D7305A4A-30C2-EF07-E864-47C0F9AD415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477793" y="6480000"/>
            <a:ext cx="591882" cy="192000"/>
          </a:xfrm>
        </p:spPr>
        <p:txBody>
          <a:bodyPr/>
          <a:lstStyle/>
          <a:p>
            <a:fld id="{087158B1-A480-4390-8402-7A80A3BAEC4B}" type="slidenum">
              <a:rPr lang="de-DE" smtClean="0"/>
              <a:pPr/>
              <a:t>38</a:t>
            </a:fld>
            <a:r>
              <a:rPr lang="de-DE" dirty="0"/>
              <a:t> / 57</a:t>
            </a:r>
          </a:p>
        </p:txBody>
      </p:sp>
    </p:spTree>
    <p:extLst>
      <p:ext uri="{BB962C8B-B14F-4D97-AF65-F5344CB8AC3E}">
        <p14:creationId xmlns:p14="http://schemas.microsoft.com/office/powerpoint/2010/main" val="300608253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50A472-8044-D1B0-E296-45F3AA13F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581EA932-D185-6849-91AC-23D0F767F0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1651" y="522565"/>
            <a:ext cx="8955605" cy="477948"/>
          </a:xfrm>
        </p:spPr>
        <p:txBody>
          <a:bodyPr/>
          <a:lstStyle/>
          <a:p>
            <a:r>
              <a:rPr lang="de-DE" dirty="0">
                <a:solidFill>
                  <a:srgbClr val="000000"/>
                </a:solidFill>
              </a:rPr>
              <a:t>6.1 </a:t>
            </a:r>
            <a:r>
              <a:rPr lang="de-DE" dirty="0" err="1">
                <a:solidFill>
                  <a:srgbClr val="000000"/>
                </a:solidFill>
              </a:rPr>
              <a:t>Caeser</a:t>
            </a:r>
            <a:r>
              <a:rPr lang="de-DE" dirty="0">
                <a:solidFill>
                  <a:srgbClr val="000000"/>
                </a:solidFill>
              </a:rPr>
              <a:t> Verschlüsselung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8159619F-9080-63BC-0E8F-1F5124E07F2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1651" y="1282747"/>
            <a:ext cx="8955605" cy="795144"/>
          </a:xfrm>
        </p:spPr>
        <p:txBody>
          <a:bodyPr/>
          <a:lstStyle/>
          <a:p>
            <a:pPr lvl="2"/>
            <a:r>
              <a:rPr lang="de-DE" dirty="0">
                <a:solidFill>
                  <a:srgbClr val="000000"/>
                </a:solidFill>
              </a:rPr>
              <a:t>Einfaches symmetrisches Verschlüsselungsverfahren</a:t>
            </a:r>
          </a:p>
          <a:p>
            <a:pPr lvl="3"/>
            <a:r>
              <a:rPr lang="de-DE" dirty="0"/>
              <a:t>Symmetrisch: beide Teilnehmer verwenden den gleichen Schlüssel</a:t>
            </a:r>
            <a:endParaRPr lang="de-DE" dirty="0">
              <a:solidFill>
                <a:srgbClr val="000000"/>
              </a:solidFill>
            </a:endParaRP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222432DE-1D05-6349-1E6F-9331309FC077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503195" y="6480000"/>
            <a:ext cx="960000" cy="192000"/>
          </a:xfrm>
        </p:spPr>
        <p:txBody>
          <a:bodyPr/>
          <a:lstStyle/>
          <a:p>
            <a:fld id="{087158B1-A480-4390-8402-7A80A3BAEC4B}" type="slidenum">
              <a:rPr lang="de-DE" smtClean="0">
                <a:solidFill>
                  <a:srgbClr val="000000"/>
                </a:solidFill>
              </a:rPr>
              <a:pPr/>
              <a:t>39</a:t>
            </a:fld>
            <a:r>
              <a:rPr lang="de-DE" dirty="0"/>
              <a:t> / 57</a:t>
            </a:r>
            <a:endParaRPr lang="de-DE" dirty="0">
              <a:solidFill>
                <a:srgbClr val="000000"/>
              </a:solidFill>
            </a:endParaRP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6FDE5575-DDBC-B765-5030-60647179EC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788" y="2360125"/>
            <a:ext cx="4303059" cy="1811991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D8244200-18B7-A214-6A8E-D4771C4DC7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0498" y="2421183"/>
            <a:ext cx="4158060" cy="1750933"/>
          </a:xfrm>
          <a:prstGeom prst="rect">
            <a:avLst/>
          </a:prstGeom>
        </p:spPr>
      </p:pic>
      <p:sp>
        <p:nvSpPr>
          <p:cNvPr id="15" name="Textplatzhalter 1">
            <a:extLst>
              <a:ext uri="{FF2B5EF4-FFF2-40B4-BE49-F238E27FC236}">
                <a16:creationId xmlns:a16="http://schemas.microsoft.com/office/drawing/2014/main" id="{1CE18D84-CE05-F57B-F904-BFD048B915C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15788" y="4454350"/>
            <a:ext cx="4303059" cy="576000"/>
          </a:xfrm>
        </p:spPr>
        <p:txBody>
          <a:bodyPr/>
          <a:lstStyle/>
          <a:p>
            <a:r>
              <a:rPr lang="de-DE" dirty="0">
                <a:solidFill>
                  <a:srgbClr val="000000"/>
                </a:solidFill>
              </a:rPr>
              <a:t>Verschlüsselung mit dem Schlüssel C, also eine Verschiebung um 3 Zeichen</a:t>
            </a:r>
          </a:p>
        </p:txBody>
      </p:sp>
      <p:sp>
        <p:nvSpPr>
          <p:cNvPr id="16" name="Textplatzhalter 1">
            <a:extLst>
              <a:ext uri="{FF2B5EF4-FFF2-40B4-BE49-F238E27FC236}">
                <a16:creationId xmlns:a16="http://schemas.microsoft.com/office/drawing/2014/main" id="{0DE86A16-D32E-FB49-01A5-CC8F24412AC7}"/>
              </a:ext>
            </a:extLst>
          </p:cNvPr>
          <p:cNvSpPr txBox="1">
            <a:spLocks/>
          </p:cNvSpPr>
          <p:nvPr/>
        </p:nvSpPr>
        <p:spPr>
          <a:xfrm>
            <a:off x="5620499" y="4454350"/>
            <a:ext cx="3926914" cy="32473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Verdana" panose="020B0604030504040204" pitchFamily="34" charset="0"/>
              <a:buNone/>
              <a:defRPr sz="16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Verdana" panose="020B0604030504040204" pitchFamily="34" charset="0"/>
              <a:buNone/>
              <a:defRPr sz="16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Verdana" panose="020B0604030504040204" pitchFamily="34" charset="0"/>
              <a:buNone/>
              <a:defRPr sz="16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tabLst>
                <a:tab pos="2159946" algn="l"/>
              </a:tabLst>
              <a:defRPr sz="16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Entschlüsselung mit dem Schlüssel C</a:t>
            </a:r>
          </a:p>
        </p:txBody>
      </p:sp>
      <p:sp>
        <p:nvSpPr>
          <p:cNvPr id="17" name="Textplatzhalter 1">
            <a:extLst>
              <a:ext uri="{FF2B5EF4-FFF2-40B4-BE49-F238E27FC236}">
                <a16:creationId xmlns:a16="http://schemas.microsoft.com/office/drawing/2014/main" id="{5693C96E-5EC4-E5A4-2101-80FABB21C44B}"/>
              </a:ext>
            </a:extLst>
          </p:cNvPr>
          <p:cNvSpPr txBox="1">
            <a:spLocks/>
          </p:cNvSpPr>
          <p:nvPr/>
        </p:nvSpPr>
        <p:spPr>
          <a:xfrm>
            <a:off x="501651" y="5341540"/>
            <a:ext cx="9045762" cy="576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Verdana" panose="020B0604030504040204" pitchFamily="34" charset="0"/>
              <a:buNone/>
              <a:defRPr sz="16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Verdana" panose="020B0604030504040204" pitchFamily="34" charset="0"/>
              <a:buNone/>
              <a:defRPr sz="16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Verdana" panose="020B0604030504040204" pitchFamily="34" charset="0"/>
              <a:buNone/>
              <a:defRPr sz="16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tabLst>
                <a:tab pos="2159946" algn="l"/>
              </a:tabLst>
              <a:defRPr sz="16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Klar:       A B C D E F G H I J K L M N O P Q R S T U V W X Y Z</a:t>
            </a:r>
          </a:p>
          <a:p>
            <a:r>
              <a:rPr lang="de-DE" dirty="0"/>
              <a:t>Geheim:  D E F G H I J K L M N O P Q R S T U V W X Y Z A B C</a:t>
            </a:r>
          </a:p>
        </p:txBody>
      </p:sp>
    </p:spTree>
    <p:extLst>
      <p:ext uri="{BB962C8B-B14F-4D97-AF65-F5344CB8AC3E}">
        <p14:creationId xmlns:p14="http://schemas.microsoft.com/office/powerpoint/2010/main" val="361977713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5D7BE5-3239-7FC2-0B18-EF2B104B4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E7FB7E69-5B8F-6B3D-5385-FCB8214EB42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1662" y="2125431"/>
            <a:ext cx="8955605" cy="319064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de-DE" dirty="0"/>
              <a:t>Mathematische Darstellung bei einem Alphabet mit 26 Zeichen :</a:t>
            </a:r>
          </a:p>
          <a:p>
            <a:pPr>
              <a:lnSpc>
                <a:spcPct val="150000"/>
              </a:lnSpc>
            </a:pPr>
            <a:endParaRPr lang="de-DE" dirty="0"/>
          </a:p>
          <a:p>
            <a:pPr>
              <a:lnSpc>
                <a:spcPct val="150000"/>
              </a:lnSpc>
            </a:pPr>
            <a:r>
              <a:rPr lang="de-DE" dirty="0" err="1"/>
              <a:t>Verschlüsseln</a:t>
            </a:r>
            <a:r>
              <a:rPr lang="de-DE" baseline="-25000" dirty="0" err="1"/>
              <a:t>K</a:t>
            </a:r>
            <a:r>
              <a:rPr lang="de-DE" dirty="0"/>
              <a:t>(P) = (P+K)%26 </a:t>
            </a:r>
          </a:p>
          <a:p>
            <a:pPr>
              <a:lnSpc>
                <a:spcPct val="150000"/>
              </a:lnSpc>
            </a:pPr>
            <a:r>
              <a:rPr lang="de-DE" dirty="0" err="1"/>
              <a:t>Entschlüsseln</a:t>
            </a:r>
            <a:r>
              <a:rPr lang="de-DE" baseline="-25000" dirty="0" err="1"/>
              <a:t>K</a:t>
            </a:r>
            <a:r>
              <a:rPr lang="de-DE" dirty="0"/>
              <a:t>(C) = (C-K)%26 </a:t>
            </a:r>
          </a:p>
          <a:p>
            <a:pPr>
              <a:lnSpc>
                <a:spcPct val="150000"/>
              </a:lnSpc>
            </a:pPr>
            <a:endParaRPr lang="de-DE" dirty="0"/>
          </a:p>
          <a:p>
            <a:pPr>
              <a:lnSpc>
                <a:spcPct val="150000"/>
              </a:lnSpc>
            </a:pPr>
            <a:r>
              <a:rPr lang="de-DE" dirty="0"/>
              <a:t>P: Klartextbuchstabe</a:t>
            </a:r>
          </a:p>
          <a:p>
            <a:pPr>
              <a:lnSpc>
                <a:spcPct val="150000"/>
              </a:lnSpc>
            </a:pPr>
            <a:r>
              <a:rPr lang="de-DE" dirty="0"/>
              <a:t>K: Verschiebung</a:t>
            </a:r>
          </a:p>
          <a:p>
            <a:pPr>
              <a:lnSpc>
                <a:spcPct val="150000"/>
              </a:lnSpc>
            </a:pPr>
            <a:r>
              <a:rPr lang="de-DE" dirty="0"/>
              <a:t>C: Geheimbuchstaben</a:t>
            </a:r>
          </a:p>
          <a:p>
            <a:pPr>
              <a:lnSpc>
                <a:spcPct val="150000"/>
              </a:lnSpc>
            </a:pPr>
            <a:endParaRPr 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FCE15E21-0BEA-B6DF-2DA2-4A1EDA0A23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1651" y="1365251"/>
            <a:ext cx="8955605" cy="477948"/>
          </a:xfrm>
        </p:spPr>
        <p:txBody>
          <a:bodyPr/>
          <a:lstStyle/>
          <a:p>
            <a:r>
              <a:rPr lang="de-DE" dirty="0">
                <a:solidFill>
                  <a:srgbClr val="000000"/>
                </a:solidFill>
              </a:rPr>
              <a:t>6.1 </a:t>
            </a:r>
            <a:r>
              <a:rPr lang="de-DE" dirty="0" err="1">
                <a:solidFill>
                  <a:srgbClr val="000000"/>
                </a:solidFill>
              </a:rPr>
              <a:t>Caeser</a:t>
            </a:r>
            <a:r>
              <a:rPr lang="de-DE" dirty="0">
                <a:solidFill>
                  <a:srgbClr val="000000"/>
                </a:solidFill>
              </a:rPr>
              <a:t> Verschlüsselung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88DAA593-0877-52FD-1AB0-4D6A0AC7AFE4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503195" y="6480000"/>
            <a:ext cx="960000" cy="192000"/>
          </a:xfrm>
        </p:spPr>
        <p:txBody>
          <a:bodyPr/>
          <a:lstStyle/>
          <a:p>
            <a:fld id="{087158B1-A480-4390-8402-7A80A3BAEC4B}" type="slidenum">
              <a:rPr lang="de-DE" smtClean="0">
                <a:solidFill>
                  <a:srgbClr val="000000"/>
                </a:solidFill>
              </a:rPr>
              <a:pPr/>
              <a:t>40</a:t>
            </a:fld>
            <a:r>
              <a:rPr lang="de-DE" dirty="0"/>
              <a:t> / 57</a:t>
            </a:r>
            <a:endParaRPr lang="de-DE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131740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0332F-9042-8D6E-4C02-5B5EC3A4D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F6C4AAB0-EBEA-FBB9-E697-8D31BF5B23EE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532" imgH="533" progId="TCLayout.ActiveDocument.1">
                  <p:embed/>
                </p:oleObj>
              </mc:Choice>
              <mc:Fallback>
                <p:oleObj name="think-cell Folie" r:id="rId3" imgW="532" imgH="533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6C4AAB0-EBEA-FBB9-E697-8D31BF5B23E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itel 7">
            <a:extLst>
              <a:ext uri="{FF2B5EF4-FFF2-40B4-BE49-F238E27FC236}">
                <a16:creationId xmlns:a16="http://schemas.microsoft.com/office/drawing/2014/main" id="{A9D08DE0-664F-4282-D6A9-96B861D40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799" y="1341438"/>
            <a:ext cx="11233775" cy="758856"/>
          </a:xfrm>
        </p:spPr>
        <p:txBody>
          <a:bodyPr vert="horz" rIns="0"/>
          <a:lstStyle/>
          <a:p>
            <a:r>
              <a:rPr lang="de-DE" dirty="0"/>
              <a:t>7. Public-Key-Verschlüsselungsverfahren</a:t>
            </a:r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2072FF0F-B0C5-0BDB-22FA-D9088FF657B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477793" y="6480000"/>
            <a:ext cx="635015" cy="192000"/>
          </a:xfrm>
        </p:spPr>
        <p:txBody>
          <a:bodyPr/>
          <a:lstStyle/>
          <a:p>
            <a:fld id="{087158B1-A480-4390-8402-7A80A3BAEC4B}" type="slidenum">
              <a:rPr lang="de-DE" smtClean="0"/>
              <a:pPr/>
              <a:t>41</a:t>
            </a:fld>
            <a:r>
              <a:rPr lang="de-DE" dirty="0"/>
              <a:t> / 57</a:t>
            </a:r>
          </a:p>
        </p:txBody>
      </p:sp>
    </p:spTree>
    <p:extLst>
      <p:ext uri="{BB962C8B-B14F-4D97-AF65-F5344CB8AC3E}">
        <p14:creationId xmlns:p14="http://schemas.microsoft.com/office/powerpoint/2010/main" val="131966388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F7A680-7407-04E5-19CB-569E4A302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18AA73EE-86C3-0123-803B-4B9897F11D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1662" y="2125432"/>
            <a:ext cx="8955605" cy="576000"/>
          </a:xfrm>
        </p:spPr>
        <p:txBody>
          <a:bodyPr/>
          <a:lstStyle/>
          <a:p>
            <a:r>
              <a:rPr lang="de-DE" dirty="0">
                <a:solidFill>
                  <a:srgbClr val="000000"/>
                </a:solidFill>
              </a:rPr>
              <a:t>Asymmetrisches Verschlüsselungsverfahren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1C026977-2CF4-2A13-5E80-D62F827766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1651" y="1365251"/>
            <a:ext cx="8955605" cy="477948"/>
          </a:xfrm>
        </p:spPr>
        <p:txBody>
          <a:bodyPr/>
          <a:lstStyle/>
          <a:p>
            <a:r>
              <a:rPr lang="de-DE" dirty="0">
                <a:solidFill>
                  <a:srgbClr val="000000"/>
                </a:solidFill>
              </a:rPr>
              <a:t>7. Public-Key-Verschlüsselungsverfahren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76DDE22D-64A9-692F-C80A-C603AEE43EEA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503195" y="6480000"/>
            <a:ext cx="960000" cy="192000"/>
          </a:xfrm>
        </p:spPr>
        <p:txBody>
          <a:bodyPr/>
          <a:lstStyle/>
          <a:p>
            <a:fld id="{087158B1-A480-4390-8402-7A80A3BAEC4B}" type="slidenum">
              <a:rPr lang="de-DE" smtClean="0">
                <a:solidFill>
                  <a:srgbClr val="000000"/>
                </a:solidFill>
              </a:rPr>
              <a:pPr/>
              <a:t>42</a:t>
            </a:fld>
            <a:r>
              <a:rPr lang="de-DE" dirty="0"/>
              <a:t> / 57</a:t>
            </a:r>
            <a:endParaRPr lang="de-DE" dirty="0">
              <a:solidFill>
                <a:srgbClr val="000000"/>
              </a:solidFill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A5BCB5C4-85DC-01C1-0C33-8613914294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924" y="2701432"/>
            <a:ext cx="2027748" cy="3163286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DA9BDA0C-C212-49FC-DF4B-E9CADA9D79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3876" y="3270536"/>
            <a:ext cx="3343835" cy="2124728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28205E45-9C5B-3D16-1783-C3B09822FD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8508" y="3270536"/>
            <a:ext cx="3347264" cy="2124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35446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51D1C-B035-2EB6-5AE5-9D2A536EC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6E7CFB90-8271-BC15-5ECA-5882D5DF6C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1662" y="2125432"/>
            <a:ext cx="8955605" cy="576000"/>
          </a:xfrm>
        </p:spPr>
        <p:txBody>
          <a:bodyPr/>
          <a:lstStyle/>
          <a:p>
            <a:r>
              <a:rPr lang="de-DE" b="1" dirty="0" err="1"/>
              <a:t>R</a:t>
            </a:r>
            <a:r>
              <a:rPr lang="de-DE" dirty="0" err="1"/>
              <a:t>ivest</a:t>
            </a:r>
            <a:r>
              <a:rPr lang="de-DE" dirty="0"/>
              <a:t>–</a:t>
            </a:r>
            <a:r>
              <a:rPr lang="de-DE" b="1" dirty="0" err="1"/>
              <a:t>S</a:t>
            </a:r>
            <a:r>
              <a:rPr lang="de-DE" dirty="0" err="1"/>
              <a:t>hamir</a:t>
            </a:r>
            <a:r>
              <a:rPr lang="de-DE" dirty="0"/>
              <a:t>–</a:t>
            </a:r>
            <a:r>
              <a:rPr lang="de-DE" b="1" dirty="0" err="1"/>
              <a:t>A</a:t>
            </a:r>
            <a:r>
              <a:rPr lang="de-DE" dirty="0" err="1"/>
              <a:t>dleman</a:t>
            </a:r>
            <a:endParaRPr 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6FD979A9-57C7-1CE7-17E0-6E810F5D92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1651" y="1365251"/>
            <a:ext cx="8955605" cy="477948"/>
          </a:xfrm>
        </p:spPr>
        <p:txBody>
          <a:bodyPr/>
          <a:lstStyle/>
          <a:p>
            <a:r>
              <a:rPr lang="de-DE" dirty="0">
                <a:solidFill>
                  <a:srgbClr val="000000"/>
                </a:solidFill>
              </a:rPr>
              <a:t>7.1 RSA Verschlüsselung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2EEF1B65-B7C8-B152-F811-A502E4D9D91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pPr lvl="2"/>
            <a:r>
              <a:rPr lang="de-DE" dirty="0">
                <a:solidFill>
                  <a:srgbClr val="000000"/>
                </a:solidFill>
              </a:rPr>
              <a:t>Erstveröffentlichung 1977</a:t>
            </a:r>
          </a:p>
          <a:p>
            <a:pPr lvl="2"/>
            <a:r>
              <a:rPr lang="de-DE" dirty="0">
                <a:solidFill>
                  <a:srgbClr val="000000"/>
                </a:solidFill>
              </a:rPr>
              <a:t>Deterministischer Algorithmus</a:t>
            </a:r>
          </a:p>
          <a:p>
            <a:pPr lvl="2"/>
            <a:r>
              <a:rPr lang="de-DE" dirty="0"/>
              <a:t>Verschlüsselung basiert auf </a:t>
            </a:r>
            <a:r>
              <a:rPr lang="de-DE" dirty="0" err="1"/>
              <a:t>auf</a:t>
            </a:r>
            <a:r>
              <a:rPr lang="de-DE" dirty="0"/>
              <a:t> Einwegpermutation mit Falltür (engl. </a:t>
            </a:r>
            <a:r>
              <a:rPr lang="de-DE" dirty="0" err="1"/>
              <a:t>trapdoor</a:t>
            </a:r>
            <a:r>
              <a:rPr lang="de-DE" dirty="0"/>
              <a:t> </a:t>
            </a:r>
            <a:r>
              <a:rPr lang="de-DE" dirty="0" err="1"/>
              <a:t>one-way</a:t>
            </a:r>
            <a:r>
              <a:rPr lang="de-DE" dirty="0"/>
              <a:t> </a:t>
            </a:r>
            <a:r>
              <a:rPr lang="de-DE" dirty="0" err="1"/>
              <a:t>permutation</a:t>
            </a:r>
            <a:r>
              <a:rPr lang="de-DE" dirty="0"/>
              <a:t>, kurz TOWP)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6686CCFE-EF0C-AB6C-8338-E4E14A3503B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503195" y="6480000"/>
            <a:ext cx="960000" cy="192000"/>
          </a:xfrm>
        </p:spPr>
        <p:txBody>
          <a:bodyPr/>
          <a:lstStyle/>
          <a:p>
            <a:fld id="{087158B1-A480-4390-8402-7A80A3BAEC4B}" type="slidenum">
              <a:rPr lang="de-DE" smtClean="0">
                <a:solidFill>
                  <a:srgbClr val="000000"/>
                </a:solidFill>
              </a:rPr>
              <a:pPr/>
              <a:t>43</a:t>
            </a:fld>
            <a:r>
              <a:rPr lang="de-DE" dirty="0"/>
              <a:t> / 57</a:t>
            </a:r>
            <a:endParaRPr lang="de-DE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055493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127489-586B-D4A0-F468-EEBF1D63A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5C16E9D8-D18A-76EE-56E0-1AE7E968814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1662" y="2125432"/>
            <a:ext cx="8955605" cy="576000"/>
          </a:xfrm>
        </p:spPr>
        <p:txBody>
          <a:bodyPr/>
          <a:lstStyle/>
          <a:p>
            <a:r>
              <a:rPr lang="de-DE" dirty="0"/>
              <a:t>Berechnung der Funktion einfach, Umkehren der Funktion sehr schwer</a:t>
            </a:r>
            <a:endParaRPr lang="de-DE" dirty="0">
              <a:solidFill>
                <a:srgbClr val="000000"/>
              </a:solidFill>
            </a:endParaRP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9548C5E3-7A1D-5422-1092-FB151013D8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1651" y="1365251"/>
            <a:ext cx="8955605" cy="477948"/>
          </a:xfrm>
        </p:spPr>
        <p:txBody>
          <a:bodyPr/>
          <a:lstStyle/>
          <a:p>
            <a:r>
              <a:rPr lang="de-DE" dirty="0">
                <a:solidFill>
                  <a:srgbClr val="000000"/>
                </a:solidFill>
              </a:rPr>
              <a:t>7.1.1 Einwegfunktionen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1789DDD1-E5B2-9C0E-4724-795F6066934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pPr lvl="2"/>
            <a:r>
              <a:rPr lang="de-DE" dirty="0">
                <a:solidFill>
                  <a:srgbClr val="000000"/>
                </a:solidFill>
              </a:rPr>
              <a:t>Beispiel</a:t>
            </a:r>
          </a:p>
          <a:p>
            <a:pPr lvl="2"/>
            <a:r>
              <a:rPr lang="de-DE" dirty="0"/>
              <a:t>Multiplizieren zweier großer Primzahlen: 52067 * 90271 = 4.700.140.157</a:t>
            </a:r>
          </a:p>
          <a:p>
            <a:pPr lvl="4"/>
            <a:r>
              <a:rPr lang="de-DE" dirty="0">
                <a:solidFill>
                  <a:srgbClr val="000000"/>
                </a:solidFill>
              </a:rPr>
              <a:t>Einfach: </a:t>
            </a:r>
            <a:r>
              <a:rPr lang="de-DE" dirty="0"/>
              <a:t>in Polynomialzeit berechenbar</a:t>
            </a:r>
            <a:endParaRPr lang="de-DE" dirty="0">
              <a:solidFill>
                <a:srgbClr val="000000"/>
              </a:solidFill>
            </a:endParaRPr>
          </a:p>
          <a:p>
            <a:pPr lvl="2"/>
            <a:r>
              <a:rPr lang="de-DE" dirty="0">
                <a:solidFill>
                  <a:srgbClr val="000000"/>
                </a:solidFill>
              </a:rPr>
              <a:t>Aus dem Ergebnis </a:t>
            </a:r>
            <a:r>
              <a:rPr lang="de-DE" dirty="0"/>
              <a:t>4.700.140.157 die Primfaktoren zu </a:t>
            </a:r>
            <a:r>
              <a:rPr lang="de-DE" dirty="0" err="1"/>
              <a:t>berechen</a:t>
            </a:r>
            <a:r>
              <a:rPr lang="de-DE" dirty="0"/>
              <a:t>:</a:t>
            </a:r>
          </a:p>
          <a:p>
            <a:pPr lvl="4"/>
            <a:r>
              <a:rPr lang="de-DE" dirty="0">
                <a:solidFill>
                  <a:srgbClr val="000000"/>
                </a:solidFill>
              </a:rPr>
              <a:t>Schwer: </a:t>
            </a:r>
            <a:r>
              <a:rPr lang="de-DE" dirty="0"/>
              <a:t>kein probabilistischer Algorithmus kann die Primfaktoren in Polynomialzeit berechnen</a:t>
            </a:r>
          </a:p>
          <a:p>
            <a:pPr marL="360000" lvl="4" indent="0">
              <a:buNone/>
            </a:pPr>
            <a:endParaRPr lang="de-DE" dirty="0"/>
          </a:p>
          <a:p>
            <a:pPr lvl="2"/>
            <a:r>
              <a:rPr lang="de-DE" dirty="0">
                <a:solidFill>
                  <a:srgbClr val="000000"/>
                </a:solidFill>
              </a:rPr>
              <a:t>Problem:</a:t>
            </a:r>
          </a:p>
          <a:p>
            <a:pPr lvl="3"/>
            <a:r>
              <a:rPr lang="de-DE" dirty="0"/>
              <a:t>Existenz von Einwegfunktionen nicht bewiesen</a:t>
            </a:r>
          </a:p>
          <a:p>
            <a:pPr lvl="3"/>
            <a:r>
              <a:rPr lang="de-DE" dirty="0">
                <a:solidFill>
                  <a:srgbClr val="000000"/>
                </a:solidFill>
              </a:rPr>
              <a:t>Beweis von Einwegfunktionen ist ein Beweise für das </a:t>
            </a:r>
            <a:r>
              <a:rPr lang="de-DE" dirty="0"/>
              <a:t>P-NP-Problem </a:t>
            </a:r>
            <a:endParaRPr lang="de-DE" dirty="0">
              <a:solidFill>
                <a:srgbClr val="000000"/>
              </a:solidFill>
            </a:endParaRP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5F5B30D0-D5A2-476C-EAED-ABE26D21036C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503195" y="6480000"/>
            <a:ext cx="960000" cy="192000"/>
          </a:xfrm>
        </p:spPr>
        <p:txBody>
          <a:bodyPr/>
          <a:lstStyle/>
          <a:p>
            <a:fld id="{087158B1-A480-4390-8402-7A80A3BAEC4B}" type="slidenum">
              <a:rPr lang="de-DE" smtClean="0">
                <a:solidFill>
                  <a:srgbClr val="000000"/>
                </a:solidFill>
              </a:rPr>
              <a:pPr/>
              <a:t>44</a:t>
            </a:fld>
            <a:r>
              <a:rPr lang="de-DE" dirty="0"/>
              <a:t> / 57</a:t>
            </a:r>
            <a:endParaRPr lang="de-DE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785924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7491A-C360-2E95-7363-A2E3106E6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56A85392-A927-570F-2C15-405AADC0279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1662" y="2125432"/>
            <a:ext cx="8955605" cy="576000"/>
          </a:xfrm>
        </p:spPr>
        <p:txBody>
          <a:bodyPr/>
          <a:lstStyle/>
          <a:p>
            <a:r>
              <a:rPr lang="de-DE" dirty="0"/>
              <a:t>Berechnung der Funktion einfach, Umkehren der Funktion auch einfach, wenn man eine gewisse Zusatzinformation besitzt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8474A388-4C55-BC1A-F4C0-B34B8017E3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1651" y="1365251"/>
            <a:ext cx="8955605" cy="477948"/>
          </a:xfrm>
        </p:spPr>
        <p:txBody>
          <a:bodyPr/>
          <a:lstStyle/>
          <a:p>
            <a:r>
              <a:rPr lang="de-DE" dirty="0">
                <a:solidFill>
                  <a:srgbClr val="000000"/>
                </a:solidFill>
              </a:rPr>
              <a:t>7.1.2 Einwegfunktionen mit Falltür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B20688D9-B20E-168C-6670-B6A3D5B47DD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pPr marL="0" lvl="2" indent="0">
              <a:buNone/>
            </a:pPr>
            <a:r>
              <a:rPr lang="de-DE" dirty="0">
                <a:solidFill>
                  <a:srgbClr val="000000"/>
                </a:solidFill>
              </a:rPr>
              <a:t>Beispiel: </a:t>
            </a:r>
          </a:p>
          <a:p>
            <a:pPr lvl="3"/>
            <a:r>
              <a:rPr lang="de-DE" dirty="0"/>
              <a:t>Multiplizieren zweier großer Primzahlen hat das Ergebnis</a:t>
            </a:r>
            <a:r>
              <a:rPr lang="de-DE" dirty="0">
                <a:solidFill>
                  <a:srgbClr val="000000"/>
                </a:solidFill>
              </a:rPr>
              <a:t> </a:t>
            </a:r>
            <a:r>
              <a:rPr lang="de-DE" dirty="0"/>
              <a:t>4.700.140.157</a:t>
            </a:r>
            <a:endParaRPr lang="de-DE" dirty="0">
              <a:solidFill>
                <a:srgbClr val="000000"/>
              </a:solidFill>
            </a:endParaRPr>
          </a:p>
          <a:p>
            <a:pPr lvl="3"/>
            <a:r>
              <a:rPr lang="de-DE" dirty="0">
                <a:solidFill>
                  <a:srgbClr val="000000"/>
                </a:solidFill>
              </a:rPr>
              <a:t>Zusatzinformation: ein Primfaktor ist </a:t>
            </a:r>
            <a:r>
              <a:rPr lang="de-DE" dirty="0"/>
              <a:t>52067</a:t>
            </a:r>
          </a:p>
          <a:p>
            <a:pPr lvl="5"/>
            <a:r>
              <a:rPr lang="de-DE" dirty="0"/>
              <a:t>4.700.140.157/ 52067 = 90271</a:t>
            </a:r>
          </a:p>
          <a:p>
            <a:pPr marL="0" lvl="5" indent="0">
              <a:buNone/>
            </a:pPr>
            <a:r>
              <a:rPr lang="de-DE" dirty="0"/>
              <a:t>Ergebnis ist zweiter Primfaktor</a:t>
            </a:r>
          </a:p>
          <a:p>
            <a:pPr lvl="6"/>
            <a:r>
              <a:rPr lang="de-DE" dirty="0"/>
              <a:t>	</a:t>
            </a:r>
          </a:p>
          <a:p>
            <a:pPr lvl="3"/>
            <a:endParaRPr lang="de-DE" dirty="0">
              <a:solidFill>
                <a:srgbClr val="000000"/>
              </a:solidFill>
            </a:endParaRP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78F276BC-24F3-1275-5FF3-0F1AE3F63D3A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503195" y="6480000"/>
            <a:ext cx="960000" cy="192000"/>
          </a:xfrm>
        </p:spPr>
        <p:txBody>
          <a:bodyPr/>
          <a:lstStyle/>
          <a:p>
            <a:fld id="{087158B1-A480-4390-8402-7A80A3BAEC4B}" type="slidenum">
              <a:rPr lang="de-DE" smtClean="0">
                <a:solidFill>
                  <a:srgbClr val="000000"/>
                </a:solidFill>
              </a:rPr>
              <a:pPr/>
              <a:t>45</a:t>
            </a:fld>
            <a:r>
              <a:rPr lang="de-DE" dirty="0"/>
              <a:t> / 57</a:t>
            </a:r>
            <a:endParaRPr lang="de-DE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253661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1437BC-CF22-8DD6-3A08-13DE832B9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93C41F15-1940-8F26-EFFE-26CA17A53F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1651" y="1365251"/>
            <a:ext cx="8955605" cy="477948"/>
          </a:xfrm>
        </p:spPr>
        <p:txBody>
          <a:bodyPr/>
          <a:lstStyle/>
          <a:p>
            <a:r>
              <a:rPr lang="de-DE" dirty="0">
                <a:solidFill>
                  <a:srgbClr val="000000"/>
                </a:solidFill>
              </a:rPr>
              <a:t>7.1.2 Bijektivität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6B0999AE-C3F3-AF38-CD83-14FF42BF46F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1652" y="2123585"/>
            <a:ext cx="5854324" cy="4156567"/>
          </a:xfrm>
        </p:spPr>
        <p:txBody>
          <a:bodyPr/>
          <a:lstStyle/>
          <a:p>
            <a:pPr lvl="2"/>
            <a:r>
              <a:rPr lang="de-DE" dirty="0"/>
              <a:t>Eine </a:t>
            </a:r>
            <a:r>
              <a:rPr lang="de-DE" dirty="0">
                <a:solidFill>
                  <a:srgbClr val="000000"/>
                </a:solidFill>
              </a:rPr>
              <a:t>bijektive Funktion ordnet jedem Element der Definitionsmenge (X) genau ein Element der Zielmenge (Y) zu</a:t>
            </a:r>
          </a:p>
          <a:p>
            <a:pPr lvl="2"/>
            <a:r>
              <a:rPr lang="de-DE" dirty="0"/>
              <a:t>Bijektion auf sich selbst -&gt; </a:t>
            </a:r>
            <a:r>
              <a:rPr lang="de-DE" b="1" dirty="0"/>
              <a:t>Permutation</a:t>
            </a:r>
            <a:endParaRPr lang="de-DE" b="1" dirty="0">
              <a:solidFill>
                <a:srgbClr val="000000"/>
              </a:solidFill>
            </a:endParaRP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17F7D20C-8D73-BD49-B387-7A486D7B399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503195" y="6480000"/>
            <a:ext cx="960000" cy="192000"/>
          </a:xfrm>
        </p:spPr>
        <p:txBody>
          <a:bodyPr/>
          <a:lstStyle/>
          <a:p>
            <a:fld id="{087158B1-A480-4390-8402-7A80A3BAEC4B}" type="slidenum">
              <a:rPr lang="de-DE" smtClean="0">
                <a:solidFill>
                  <a:srgbClr val="000000"/>
                </a:solidFill>
              </a:rPr>
              <a:pPr/>
              <a:t>46</a:t>
            </a:fld>
            <a:r>
              <a:rPr lang="de-DE" dirty="0"/>
              <a:t> / 57</a:t>
            </a:r>
            <a:endParaRPr lang="de-DE" dirty="0">
              <a:solidFill>
                <a:srgbClr val="000000"/>
              </a:solidFill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DCE20C15-A031-B988-B3C6-1B75A40C39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1823" y="1604225"/>
            <a:ext cx="4156568" cy="4156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62542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E3365D-AAD5-C200-5261-B8208CDFD9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8A5BB62D-8AF8-0054-AE1B-7FBA039760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1651" y="1365251"/>
            <a:ext cx="8955605" cy="477948"/>
          </a:xfrm>
        </p:spPr>
        <p:txBody>
          <a:bodyPr/>
          <a:lstStyle/>
          <a:p>
            <a:r>
              <a:rPr lang="de-DE" dirty="0">
                <a:solidFill>
                  <a:srgbClr val="000000"/>
                </a:solidFill>
              </a:rPr>
              <a:t>7.2 Beispiel für RSA Verschlüsselung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A330C289-F5AA-CFA2-430B-A4E39AA453D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1651" y="2125433"/>
            <a:ext cx="8955605" cy="4154720"/>
          </a:xfrm>
        </p:spPr>
        <p:txBody>
          <a:bodyPr/>
          <a:lstStyle/>
          <a:p>
            <a:r>
              <a:rPr lang="de-DE" dirty="0"/>
              <a:t>Öffentlicher Schlüssel: (e, N)</a:t>
            </a:r>
          </a:p>
          <a:p>
            <a:r>
              <a:rPr lang="de-DE" dirty="0"/>
              <a:t>Privater Schlüssel: (</a:t>
            </a:r>
            <a:r>
              <a:rPr lang="de-DE" dirty="0">
                <a:highlight>
                  <a:srgbClr val="FF0000"/>
                </a:highlight>
              </a:rPr>
              <a:t>d</a:t>
            </a:r>
            <a:r>
              <a:rPr lang="de-DE" dirty="0"/>
              <a:t>, N)</a:t>
            </a:r>
          </a:p>
          <a:p>
            <a:r>
              <a:rPr lang="de-DE" dirty="0"/>
              <a:t>Öffentlicher Schlüssel: (5, 14)</a:t>
            </a:r>
          </a:p>
          <a:p>
            <a:r>
              <a:rPr lang="de-DE" dirty="0"/>
              <a:t>Privater Schlüssel: (</a:t>
            </a:r>
            <a:r>
              <a:rPr lang="de-DE" dirty="0">
                <a:highlight>
                  <a:srgbClr val="FF0000"/>
                </a:highlight>
              </a:rPr>
              <a:t>11</a:t>
            </a:r>
            <a:r>
              <a:rPr lang="de-DE" dirty="0"/>
              <a:t>, 14)</a:t>
            </a:r>
          </a:p>
          <a:p>
            <a:endParaRPr lang="de-DE" dirty="0"/>
          </a:p>
          <a:p>
            <a:r>
              <a:rPr lang="de-DE" dirty="0"/>
              <a:t>Klartext m: „B“ -&gt; 2</a:t>
            </a:r>
          </a:p>
          <a:p>
            <a:endParaRPr lang="de-DE" dirty="0"/>
          </a:p>
          <a:p>
            <a:r>
              <a:rPr lang="de-DE" dirty="0"/>
              <a:t>Verschlüsseln:</a:t>
            </a:r>
          </a:p>
          <a:p>
            <a:r>
              <a:rPr lang="de-DE" dirty="0"/>
              <a:t>M</a:t>
            </a:r>
            <a:r>
              <a:rPr lang="de-DE" baseline="30000" dirty="0"/>
              <a:t>e</a:t>
            </a:r>
            <a:r>
              <a:rPr lang="de-DE" dirty="0"/>
              <a:t> % N = c</a:t>
            </a:r>
          </a:p>
          <a:p>
            <a:r>
              <a:rPr lang="de-DE" dirty="0"/>
              <a:t>2</a:t>
            </a:r>
            <a:r>
              <a:rPr lang="de-DE" baseline="30000" dirty="0"/>
              <a:t>5 </a:t>
            </a:r>
            <a:r>
              <a:rPr lang="de-DE" dirty="0"/>
              <a:t>% 14 = 32 % 14 = 4</a:t>
            </a:r>
          </a:p>
          <a:p>
            <a:endParaRPr lang="de-DE" dirty="0"/>
          </a:p>
          <a:p>
            <a:r>
              <a:rPr lang="de-DE" dirty="0"/>
              <a:t>Geheimtext c: „D“ -&gt; 4</a:t>
            </a:r>
          </a:p>
          <a:p>
            <a:endParaRPr lang="de-DE" dirty="0"/>
          </a:p>
          <a:p>
            <a:pPr marL="0" lvl="2" indent="0">
              <a:buNone/>
            </a:pPr>
            <a:endParaRPr lang="de-DE" dirty="0">
              <a:solidFill>
                <a:srgbClr val="000000"/>
              </a:solidFill>
            </a:endParaRP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FCBA2EA3-F363-8540-09F3-DF23848F5803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503195" y="6480000"/>
            <a:ext cx="960000" cy="192000"/>
          </a:xfrm>
        </p:spPr>
        <p:txBody>
          <a:bodyPr/>
          <a:lstStyle/>
          <a:p>
            <a:fld id="{087158B1-A480-4390-8402-7A80A3BAEC4B}" type="slidenum">
              <a:rPr lang="de-DE" smtClean="0">
                <a:solidFill>
                  <a:srgbClr val="000000"/>
                </a:solidFill>
              </a:rPr>
              <a:pPr/>
              <a:t>47</a:t>
            </a:fld>
            <a:r>
              <a:rPr lang="de-DE" dirty="0"/>
              <a:t> / 57</a:t>
            </a:r>
            <a:endParaRPr lang="de-DE" dirty="0">
              <a:solidFill>
                <a:srgbClr val="000000"/>
              </a:solidFill>
            </a:endParaRPr>
          </a:p>
        </p:txBody>
      </p:sp>
      <p:sp>
        <p:nvSpPr>
          <p:cNvPr id="6" name="Textplatzhalter 9">
            <a:extLst>
              <a:ext uri="{FF2B5EF4-FFF2-40B4-BE49-F238E27FC236}">
                <a16:creationId xmlns:a16="http://schemas.microsoft.com/office/drawing/2014/main" id="{FD749DCB-045E-BFD1-D64A-C487C57E7E10}"/>
              </a:ext>
            </a:extLst>
          </p:cNvPr>
          <p:cNvSpPr txBox="1">
            <a:spLocks/>
          </p:cNvSpPr>
          <p:nvPr/>
        </p:nvSpPr>
        <p:spPr>
          <a:xfrm>
            <a:off x="5620499" y="2125433"/>
            <a:ext cx="3836758" cy="415472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Verdana" panose="020B0604030504040204" pitchFamily="34" charset="0"/>
              <a:buNone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Verdana" panose="020B0604030504040204" pitchFamily="34" charset="0"/>
              <a:buNone/>
              <a:defRPr sz="1600" b="1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80000" indent="-18000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Verdana" panose="020B060403050404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360000" indent="-18000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Verdana" panose="020B060403050404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540000" indent="-18000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Verdana" panose="020B060403050404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39994" indent="-2399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Verdana" panose="020B0604030504040204" pitchFamily="34" charset="0"/>
              <a:buChar char="&gt;"/>
              <a:tabLst>
                <a:tab pos="2159946" algn="l"/>
              </a:tabLst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Verdana" panose="020B060403050404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Verdana" panose="020B060403050404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Verdana" panose="020B060403050404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Entschlüsseln:</a:t>
            </a:r>
          </a:p>
          <a:p>
            <a:r>
              <a:rPr lang="de-DE" dirty="0" err="1"/>
              <a:t>C</a:t>
            </a:r>
            <a:r>
              <a:rPr lang="de-DE" baseline="30000" dirty="0" err="1"/>
              <a:t>d</a:t>
            </a:r>
            <a:r>
              <a:rPr lang="de-DE" dirty="0"/>
              <a:t> % N = m</a:t>
            </a:r>
          </a:p>
          <a:p>
            <a:r>
              <a:rPr lang="de-DE" dirty="0"/>
              <a:t>4</a:t>
            </a:r>
            <a:r>
              <a:rPr lang="de-DE" baseline="30000" dirty="0"/>
              <a:t>11</a:t>
            </a:r>
            <a:r>
              <a:rPr lang="de-DE" dirty="0"/>
              <a:t> % 14 = 4194304 % 14 = 2</a:t>
            </a:r>
          </a:p>
          <a:p>
            <a:endParaRPr lang="de-DE" dirty="0"/>
          </a:p>
          <a:p>
            <a:r>
              <a:rPr lang="de-DE" dirty="0"/>
              <a:t>Klartext m: „B“ -&gt; 2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pPr marL="0" lvl="2" indent="0">
              <a:buFont typeface="Verdana" panose="020B0604030504040204" pitchFamily="34" charset="0"/>
              <a:buNone/>
            </a:pPr>
            <a:endParaRPr lang="de-DE" dirty="0"/>
          </a:p>
        </p:txBody>
      </p: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ABD40759-35A0-D036-0910-77E6378ABC60}"/>
              </a:ext>
            </a:extLst>
          </p:cNvPr>
          <p:cNvCxnSpPr/>
          <p:nvPr/>
        </p:nvCxnSpPr>
        <p:spPr>
          <a:xfrm>
            <a:off x="4487194" y="2125433"/>
            <a:ext cx="0" cy="405591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482476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4A21D-6DE3-BA64-E574-66CA66600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B40303A9-67ED-B320-3F80-1873185B5A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1651" y="1365251"/>
            <a:ext cx="8955605" cy="477948"/>
          </a:xfrm>
        </p:spPr>
        <p:txBody>
          <a:bodyPr/>
          <a:lstStyle/>
          <a:p>
            <a:r>
              <a:rPr lang="de-DE" dirty="0">
                <a:solidFill>
                  <a:srgbClr val="000000"/>
                </a:solidFill>
              </a:rPr>
              <a:t>7.3 Beispiel für RSA Schlüsselgenerierung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A1783B4F-860D-5B1A-7856-6530A6A69EF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1651" y="2125433"/>
            <a:ext cx="8955605" cy="4154720"/>
          </a:xfrm>
        </p:spPr>
        <p:txBody>
          <a:bodyPr/>
          <a:lstStyle/>
          <a:p>
            <a:r>
              <a:rPr lang="de-DE" dirty="0"/>
              <a:t>1.:</a:t>
            </a:r>
          </a:p>
          <a:p>
            <a:r>
              <a:rPr lang="de-DE" dirty="0"/>
              <a:t>Wähle zwei Primzahlen p und q</a:t>
            </a:r>
          </a:p>
          <a:p>
            <a:r>
              <a:rPr lang="de-DE" dirty="0"/>
              <a:t>p = 2, q = 7</a:t>
            </a:r>
          </a:p>
          <a:p>
            <a:endParaRPr lang="de-DE" dirty="0"/>
          </a:p>
          <a:p>
            <a:r>
              <a:rPr lang="de-DE" dirty="0"/>
              <a:t>2.:</a:t>
            </a:r>
          </a:p>
          <a:p>
            <a:r>
              <a:rPr lang="de-DE" dirty="0"/>
              <a:t>Berechne N = p * q</a:t>
            </a:r>
          </a:p>
          <a:p>
            <a:r>
              <a:rPr lang="de-DE" dirty="0"/>
              <a:t>N =14 </a:t>
            </a:r>
          </a:p>
          <a:p>
            <a:r>
              <a:rPr lang="de-DE" dirty="0"/>
              <a:t>3.:</a:t>
            </a:r>
          </a:p>
          <a:p>
            <a:r>
              <a:rPr lang="de-DE" dirty="0"/>
              <a:t>Berechne die Anzahl an Teilfremden (</a:t>
            </a:r>
            <a:r>
              <a:rPr lang="de-DE" dirty="0" err="1"/>
              <a:t>coprimes</a:t>
            </a:r>
            <a:r>
              <a:rPr lang="de-DE" dirty="0"/>
              <a:t>) von 14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pPr marL="0" lvl="2" indent="0">
              <a:buNone/>
            </a:pPr>
            <a:endParaRPr lang="de-DE" dirty="0">
              <a:solidFill>
                <a:srgbClr val="000000"/>
              </a:solidFill>
            </a:endParaRP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428CB356-3C8B-A030-4938-0500C1DD49C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503195" y="6480000"/>
            <a:ext cx="960000" cy="192000"/>
          </a:xfrm>
        </p:spPr>
        <p:txBody>
          <a:bodyPr/>
          <a:lstStyle/>
          <a:p>
            <a:fld id="{087158B1-A480-4390-8402-7A80A3BAEC4B}" type="slidenum">
              <a:rPr lang="de-DE" smtClean="0">
                <a:solidFill>
                  <a:srgbClr val="000000"/>
                </a:solidFill>
              </a:rPr>
              <a:pPr/>
              <a:t>48</a:t>
            </a:fld>
            <a:r>
              <a:rPr lang="de-DE" dirty="0"/>
              <a:t> / 57</a:t>
            </a:r>
            <a:endParaRPr lang="de-DE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377118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DBB5A7-2D49-B733-6A73-12A6265D9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035A2BD3-3C9C-20DD-E679-6E25CACECD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1651" y="1365251"/>
            <a:ext cx="8955605" cy="477948"/>
          </a:xfrm>
        </p:spPr>
        <p:txBody>
          <a:bodyPr/>
          <a:lstStyle/>
          <a:p>
            <a:r>
              <a:rPr lang="de-DE" dirty="0">
                <a:solidFill>
                  <a:srgbClr val="000000"/>
                </a:solidFill>
              </a:rPr>
              <a:t>7.3 Beispiel für RSA Schlüsselgenerierung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38E40D65-AA94-A10A-E27F-1AD6D1220A3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1651" y="2125433"/>
            <a:ext cx="8955605" cy="4154720"/>
          </a:xfrm>
        </p:spPr>
        <p:txBody>
          <a:bodyPr/>
          <a:lstStyle/>
          <a:p>
            <a:r>
              <a:rPr lang="de-DE" dirty="0"/>
              <a:t>3.:</a:t>
            </a:r>
          </a:p>
          <a:p>
            <a:r>
              <a:rPr lang="de-DE" dirty="0"/>
              <a:t>Berechne die Anzahl an Teilfremden (</a:t>
            </a:r>
            <a:r>
              <a:rPr lang="de-DE" dirty="0" err="1"/>
              <a:t>coprimes</a:t>
            </a:r>
            <a:r>
              <a:rPr lang="de-DE" dirty="0"/>
              <a:t>) von 14</a:t>
            </a:r>
          </a:p>
          <a:p>
            <a:r>
              <a:rPr lang="de-DE" dirty="0"/>
              <a:t> [</a:t>
            </a:r>
            <a:r>
              <a:rPr lang="de-DE" dirty="0">
                <a:highlight>
                  <a:srgbClr val="FFFF00"/>
                </a:highlight>
              </a:rPr>
              <a:t>1</a:t>
            </a:r>
            <a:r>
              <a:rPr lang="de-DE" dirty="0"/>
              <a:t>, </a:t>
            </a:r>
            <a:r>
              <a:rPr lang="de-DE" strike="sngStrike" dirty="0"/>
              <a:t>2</a:t>
            </a:r>
            <a:r>
              <a:rPr lang="de-DE" dirty="0"/>
              <a:t>, </a:t>
            </a:r>
            <a:r>
              <a:rPr lang="de-DE" dirty="0">
                <a:highlight>
                  <a:srgbClr val="FFFF00"/>
                </a:highlight>
              </a:rPr>
              <a:t>3</a:t>
            </a:r>
            <a:r>
              <a:rPr lang="de-DE" dirty="0"/>
              <a:t>, </a:t>
            </a:r>
            <a:r>
              <a:rPr lang="de-DE" strike="sngStrike" dirty="0"/>
              <a:t>4</a:t>
            </a:r>
            <a:r>
              <a:rPr lang="de-DE" dirty="0"/>
              <a:t>, </a:t>
            </a:r>
            <a:r>
              <a:rPr lang="de-DE" dirty="0">
                <a:highlight>
                  <a:srgbClr val="FFFF00"/>
                </a:highlight>
              </a:rPr>
              <a:t>5</a:t>
            </a:r>
            <a:r>
              <a:rPr lang="de-DE" dirty="0"/>
              <a:t>, </a:t>
            </a:r>
            <a:r>
              <a:rPr lang="de-DE" strike="sngStrike" dirty="0"/>
              <a:t>6</a:t>
            </a:r>
            <a:r>
              <a:rPr lang="de-DE" dirty="0"/>
              <a:t>, </a:t>
            </a:r>
            <a:r>
              <a:rPr lang="de-DE" strike="sngStrike" dirty="0"/>
              <a:t>7</a:t>
            </a:r>
            <a:r>
              <a:rPr lang="de-DE" dirty="0"/>
              <a:t>, </a:t>
            </a:r>
            <a:r>
              <a:rPr lang="de-DE" strike="sngStrike" dirty="0"/>
              <a:t>8</a:t>
            </a:r>
            <a:r>
              <a:rPr lang="de-DE" dirty="0"/>
              <a:t>, </a:t>
            </a:r>
            <a:r>
              <a:rPr lang="de-DE" dirty="0">
                <a:highlight>
                  <a:srgbClr val="FFFF00"/>
                </a:highlight>
              </a:rPr>
              <a:t>9</a:t>
            </a:r>
            <a:r>
              <a:rPr lang="de-DE" dirty="0"/>
              <a:t>, </a:t>
            </a:r>
            <a:r>
              <a:rPr lang="de-DE" strike="sngStrike" dirty="0"/>
              <a:t>10</a:t>
            </a:r>
            <a:r>
              <a:rPr lang="de-DE" dirty="0"/>
              <a:t>, </a:t>
            </a:r>
            <a:r>
              <a:rPr lang="de-DE" dirty="0">
                <a:highlight>
                  <a:srgbClr val="FFFF00"/>
                </a:highlight>
              </a:rPr>
              <a:t>11</a:t>
            </a:r>
            <a:r>
              <a:rPr lang="de-DE" dirty="0"/>
              <a:t>, </a:t>
            </a:r>
            <a:r>
              <a:rPr lang="de-DE" strike="sngStrike" dirty="0"/>
              <a:t>12</a:t>
            </a:r>
            <a:r>
              <a:rPr lang="de-DE" dirty="0"/>
              <a:t>, </a:t>
            </a:r>
            <a:r>
              <a:rPr lang="de-DE" dirty="0">
                <a:highlight>
                  <a:srgbClr val="FFFF00"/>
                </a:highlight>
              </a:rPr>
              <a:t>13</a:t>
            </a:r>
            <a:r>
              <a:rPr lang="de-DE" dirty="0"/>
              <a:t>, </a:t>
            </a:r>
            <a:r>
              <a:rPr lang="de-DE" strike="sngStrike" dirty="0"/>
              <a:t>14</a:t>
            </a:r>
            <a:r>
              <a:rPr lang="de-DE" dirty="0"/>
              <a:t>]</a:t>
            </a:r>
          </a:p>
          <a:p>
            <a:r>
              <a:rPr lang="de-DE" dirty="0"/>
              <a:t>	Beispiel: </a:t>
            </a:r>
          </a:p>
          <a:p>
            <a:r>
              <a:rPr lang="de-DE" dirty="0"/>
              <a:t>		Primfaktoren von 14 = 2 * 7</a:t>
            </a:r>
          </a:p>
          <a:p>
            <a:r>
              <a:rPr lang="de-DE" dirty="0"/>
              <a:t>		Primfaktoren von 6 = 2 * 3</a:t>
            </a:r>
          </a:p>
          <a:p>
            <a:r>
              <a:rPr lang="de-DE" dirty="0"/>
              <a:t>	Folgerung: 2 und 7 können nicht Teilfremd sein, da sie die Primfaktoren</a:t>
            </a:r>
          </a:p>
          <a:p>
            <a:r>
              <a:rPr lang="de-DE" dirty="0"/>
              <a:t>	von 14 sind. Und 6 kann nicht Teilfremd sein, weil einer der Primfaktoren</a:t>
            </a:r>
          </a:p>
          <a:p>
            <a:r>
              <a:rPr lang="de-DE" dirty="0"/>
              <a:t>	sich mit 14 geteilt wird</a:t>
            </a:r>
          </a:p>
          <a:p>
            <a:endParaRPr lang="de-DE" dirty="0"/>
          </a:p>
          <a:p>
            <a:r>
              <a:rPr lang="de-DE" dirty="0"/>
              <a:t>Einfacher: Phi Funktion von N: Φ(N) = (p-1)*(q-1)</a:t>
            </a:r>
          </a:p>
          <a:p>
            <a:r>
              <a:rPr lang="de-DE" dirty="0"/>
              <a:t>Φ(N) = 6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pPr marL="0" lvl="2" indent="0">
              <a:buNone/>
            </a:pPr>
            <a:endParaRPr lang="de-DE" dirty="0">
              <a:solidFill>
                <a:srgbClr val="000000"/>
              </a:solidFill>
            </a:endParaRP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00DE83F8-515E-ABFB-A8FD-08B7B29AAFAA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503195" y="6480000"/>
            <a:ext cx="960000" cy="192000"/>
          </a:xfrm>
        </p:spPr>
        <p:txBody>
          <a:bodyPr/>
          <a:lstStyle/>
          <a:p>
            <a:fld id="{087158B1-A480-4390-8402-7A80A3BAEC4B}" type="slidenum">
              <a:rPr lang="de-DE" smtClean="0">
                <a:solidFill>
                  <a:srgbClr val="000000"/>
                </a:solidFill>
              </a:rPr>
              <a:pPr/>
              <a:t>49</a:t>
            </a:fld>
            <a:r>
              <a:rPr lang="de-DE" dirty="0"/>
              <a:t> / 57</a:t>
            </a:r>
            <a:endParaRPr lang="de-DE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643344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68C04B-4C83-91CF-89AC-D20B310FD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48732440-9AD7-9927-1E7F-9EF3B07FB6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1651" y="1365251"/>
            <a:ext cx="8955605" cy="477948"/>
          </a:xfrm>
        </p:spPr>
        <p:txBody>
          <a:bodyPr/>
          <a:lstStyle/>
          <a:p>
            <a:r>
              <a:rPr lang="de-DE" dirty="0">
                <a:solidFill>
                  <a:srgbClr val="000000"/>
                </a:solidFill>
              </a:rPr>
              <a:t>7.3 Beispiel für RSA Schlüsselgenerierung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25FBBDB6-67F2-EF69-BD2B-25C2C822A9F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1651" y="2125433"/>
            <a:ext cx="8955605" cy="4154720"/>
          </a:xfrm>
        </p:spPr>
        <p:txBody>
          <a:bodyPr/>
          <a:lstStyle/>
          <a:p>
            <a:r>
              <a:rPr lang="de-DE" dirty="0"/>
              <a:t>4.:</a:t>
            </a:r>
          </a:p>
          <a:p>
            <a:r>
              <a:rPr lang="de-DE" dirty="0"/>
              <a:t>Wähle Zahl e</a:t>
            </a:r>
          </a:p>
          <a:p>
            <a:r>
              <a:rPr lang="de-DE" dirty="0"/>
              <a:t>Bedingung 1: 1 &lt; e &lt; Φ(N)</a:t>
            </a:r>
          </a:p>
          <a:p>
            <a:r>
              <a:rPr lang="de-DE" dirty="0"/>
              <a:t>Bedingung 2: Teilfremd mit N und Φ(N)</a:t>
            </a:r>
          </a:p>
          <a:p>
            <a:endParaRPr lang="de-DE" dirty="0"/>
          </a:p>
          <a:p>
            <a:r>
              <a:rPr lang="de-DE" dirty="0"/>
              <a:t>Bedingung 1 erfüllen: 2, 3, 4, 5</a:t>
            </a:r>
          </a:p>
          <a:p>
            <a:r>
              <a:rPr lang="de-DE" dirty="0"/>
              <a:t>2 und 3 sind Primfaktoren von 6; 4 teilt sich Primfaktoren mit 6</a:t>
            </a:r>
          </a:p>
          <a:p>
            <a:r>
              <a:rPr lang="de-DE" dirty="0"/>
              <a:t>Bedingung 2 erfüllt: 5 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pPr marL="0" lvl="2" indent="0">
              <a:buNone/>
            </a:pPr>
            <a:endParaRPr lang="de-DE" dirty="0">
              <a:solidFill>
                <a:srgbClr val="000000"/>
              </a:solidFill>
            </a:endParaRP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754295BB-72FF-DD2C-4189-0A8BEDC3329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503195" y="6480000"/>
            <a:ext cx="960000" cy="192000"/>
          </a:xfrm>
        </p:spPr>
        <p:txBody>
          <a:bodyPr/>
          <a:lstStyle/>
          <a:p>
            <a:fld id="{087158B1-A480-4390-8402-7A80A3BAEC4B}" type="slidenum">
              <a:rPr lang="de-DE" smtClean="0">
                <a:solidFill>
                  <a:srgbClr val="000000"/>
                </a:solidFill>
              </a:rPr>
              <a:pPr/>
              <a:t>50</a:t>
            </a:fld>
            <a:r>
              <a:rPr lang="de-DE" dirty="0"/>
              <a:t> / 57</a:t>
            </a:r>
            <a:endParaRPr lang="de-DE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699352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E27AA-AF1E-67E1-D93A-4ABBADB0B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DB40AFFA-9A6D-97EC-0761-39E986E802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1651" y="1365251"/>
            <a:ext cx="8955605" cy="477948"/>
          </a:xfrm>
        </p:spPr>
        <p:txBody>
          <a:bodyPr/>
          <a:lstStyle/>
          <a:p>
            <a:r>
              <a:rPr lang="de-DE" dirty="0">
                <a:solidFill>
                  <a:srgbClr val="000000"/>
                </a:solidFill>
              </a:rPr>
              <a:t>7.3 Beispiel für RSA Schlüsselgenerierung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515A7C09-85BA-01A5-548D-7BBCDA9811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1651" y="2125433"/>
            <a:ext cx="8955605" cy="4154720"/>
          </a:xfrm>
        </p:spPr>
        <p:txBody>
          <a:bodyPr/>
          <a:lstStyle/>
          <a:p>
            <a:r>
              <a:rPr lang="de-DE" dirty="0"/>
              <a:t>5.:</a:t>
            </a:r>
          </a:p>
          <a:p>
            <a:r>
              <a:rPr lang="de-DE" dirty="0"/>
              <a:t>Wähle d</a:t>
            </a:r>
          </a:p>
          <a:p>
            <a:r>
              <a:rPr lang="de-DE" dirty="0"/>
              <a:t>Bedingung: d * e % Φ(N) = 1</a:t>
            </a:r>
          </a:p>
          <a:p>
            <a:r>
              <a:rPr lang="de-DE" dirty="0"/>
              <a:t>5d % 6 = 1</a:t>
            </a:r>
          </a:p>
          <a:p>
            <a:r>
              <a:rPr lang="de-DE" dirty="0"/>
              <a:t>5d könnte </a:t>
            </a:r>
            <a:r>
              <a:rPr lang="de-DE" dirty="0">
                <a:latin typeface="Consolas" panose="020B0609020204030204" pitchFamily="49" charset="0"/>
              </a:rPr>
              <a:t>5, 10, 15, 20, 25, 30 , 35</a:t>
            </a:r>
          </a:p>
          <a:p>
            <a:r>
              <a:rPr lang="de-DE" dirty="0"/>
              <a:t>Modulo 6: </a:t>
            </a:r>
            <a:r>
              <a:rPr lang="de-DE" dirty="0">
                <a:latin typeface="Consolas" panose="020B0609020204030204" pitchFamily="49" charset="0"/>
              </a:rPr>
              <a:t>5,  4,  3,  2,  1,  0,  5</a:t>
            </a:r>
          </a:p>
          <a:p>
            <a:r>
              <a:rPr lang="de-DE" dirty="0"/>
              <a:t>Überraschung! 5*6 %6 = 0 = 5*12 % 6</a:t>
            </a:r>
          </a:p>
          <a:p>
            <a:r>
              <a:rPr lang="de-DE" dirty="0"/>
              <a:t>d = 11</a:t>
            </a:r>
          </a:p>
          <a:p>
            <a:endParaRPr lang="de-DE" dirty="0"/>
          </a:p>
          <a:p>
            <a:r>
              <a:rPr lang="de-DE" dirty="0"/>
              <a:t>Weitere mögliche Werte für d: 5, 17, 23, 29 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pPr marL="0" lvl="2" indent="0">
              <a:buNone/>
            </a:pPr>
            <a:endParaRPr lang="de-DE" dirty="0">
              <a:solidFill>
                <a:srgbClr val="000000"/>
              </a:solidFill>
            </a:endParaRP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A5AA2310-AAA6-CF9B-79F2-3866A9E40C0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503195" y="6480000"/>
            <a:ext cx="960000" cy="192000"/>
          </a:xfrm>
        </p:spPr>
        <p:txBody>
          <a:bodyPr/>
          <a:lstStyle/>
          <a:p>
            <a:fld id="{087158B1-A480-4390-8402-7A80A3BAEC4B}" type="slidenum">
              <a:rPr lang="de-DE" smtClean="0">
                <a:solidFill>
                  <a:srgbClr val="000000"/>
                </a:solidFill>
              </a:rPr>
              <a:pPr/>
              <a:t>51</a:t>
            </a:fld>
            <a:r>
              <a:rPr lang="de-DE" dirty="0"/>
              <a:t> / 57</a:t>
            </a:r>
            <a:endParaRPr lang="de-DE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74644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EB18F8-BEE9-CDA1-0331-F2A3DA1DF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DE819EBD-0CDE-727B-5FF2-12FED9D741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1662" y="2125432"/>
            <a:ext cx="8955605" cy="576000"/>
          </a:xfrm>
        </p:spPr>
        <p:txBody>
          <a:bodyPr/>
          <a:lstStyle/>
          <a:p>
            <a:r>
              <a:rPr lang="de-DE" dirty="0">
                <a:solidFill>
                  <a:srgbClr val="000000"/>
                </a:solidFill>
              </a:rPr>
              <a:t>Verdana 12pt Ich bin Blindtext. Von Geburt an. Es hat lange gedauert, bis ich begriffen habe, was es bedeutet, ein blinder Text zu sein: Man macht keinen Sinn.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4EB3DEA6-0EA6-4801-B9A9-A676E6A390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1651" y="1365251"/>
            <a:ext cx="8955605" cy="477948"/>
          </a:xfrm>
        </p:spPr>
        <p:txBody>
          <a:bodyPr/>
          <a:lstStyle/>
          <a:p>
            <a:r>
              <a:rPr lang="de-DE" dirty="0">
                <a:solidFill>
                  <a:srgbClr val="000000"/>
                </a:solidFill>
              </a:rPr>
              <a:t>Kapitelfolie, Verdana 24pt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EF2BEC88-53CE-05D3-AC5F-79746749222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pPr lvl="2"/>
            <a:r>
              <a:rPr lang="de-DE" dirty="0">
                <a:solidFill>
                  <a:srgbClr val="000000"/>
                </a:solidFill>
              </a:rPr>
              <a:t>Ich bin Blindtext. </a:t>
            </a:r>
          </a:p>
          <a:p>
            <a:pPr lvl="3"/>
            <a:r>
              <a:rPr lang="de-DE" dirty="0">
                <a:solidFill>
                  <a:srgbClr val="000000"/>
                </a:solidFill>
              </a:rPr>
              <a:t>Von Geburt an. Es hat lange gedauert, bis ich begriffen habe, was es bedeutet, ein blinder Text zu sein. </a:t>
            </a:r>
          </a:p>
          <a:p>
            <a:pPr lvl="3"/>
            <a:r>
              <a:rPr lang="de-DE" dirty="0">
                <a:solidFill>
                  <a:srgbClr val="000000"/>
                </a:solidFill>
              </a:rPr>
              <a:t>Man macht keinen Sinn.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15900611-F5F9-F823-E2E6-AB5801FC4A80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503195" y="6480000"/>
            <a:ext cx="960000" cy="192000"/>
          </a:xfrm>
        </p:spPr>
        <p:txBody>
          <a:bodyPr/>
          <a:lstStyle/>
          <a:p>
            <a:fld id="{087158B1-A480-4390-8402-7A80A3BAEC4B}" type="slidenum">
              <a:rPr lang="de-DE" smtClean="0">
                <a:solidFill>
                  <a:srgbClr val="000000"/>
                </a:solidFill>
              </a:rPr>
              <a:pPr/>
              <a:t>52</a:t>
            </a:fld>
            <a:r>
              <a:rPr lang="de-DE" dirty="0"/>
              <a:t> / 57</a:t>
            </a:r>
            <a:endParaRPr lang="de-DE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161465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1C0451-EAF7-1FB5-6FE7-79B29E913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76EEE119-5FC5-E9CA-4E7E-84DE5B5B3D42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532" imgH="533" progId="TCLayout.ActiveDocument.1">
                  <p:embed/>
                </p:oleObj>
              </mc:Choice>
              <mc:Fallback>
                <p:oleObj name="think-cell Folie" r:id="rId3" imgW="532" imgH="533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6EEE119-5FC5-E9CA-4E7E-84DE5B5B3D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itel 7">
            <a:extLst>
              <a:ext uri="{FF2B5EF4-FFF2-40B4-BE49-F238E27FC236}">
                <a16:creationId xmlns:a16="http://schemas.microsoft.com/office/drawing/2014/main" id="{CA86ED41-D268-C75B-61CE-738678145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799" y="1341438"/>
            <a:ext cx="11233775" cy="758856"/>
          </a:xfrm>
        </p:spPr>
        <p:txBody>
          <a:bodyPr vert="horz" rIns="0"/>
          <a:lstStyle/>
          <a:p>
            <a:r>
              <a:rPr lang="de-DE" dirty="0"/>
              <a:t>8. Aufgaben</a:t>
            </a:r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08B20582-2633-BFAB-751B-18747F71100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477793" y="6480000"/>
            <a:ext cx="574630" cy="192000"/>
          </a:xfrm>
        </p:spPr>
        <p:txBody>
          <a:bodyPr/>
          <a:lstStyle/>
          <a:p>
            <a:fld id="{087158B1-A480-4390-8402-7A80A3BAEC4B}" type="slidenum">
              <a:rPr lang="de-DE" smtClean="0"/>
              <a:pPr/>
              <a:t>53</a:t>
            </a:fld>
            <a:r>
              <a:rPr lang="de-DE" dirty="0"/>
              <a:t> / 57</a:t>
            </a:r>
          </a:p>
        </p:txBody>
      </p:sp>
    </p:spTree>
    <p:extLst>
      <p:ext uri="{BB962C8B-B14F-4D97-AF65-F5344CB8AC3E}">
        <p14:creationId xmlns:p14="http://schemas.microsoft.com/office/powerpoint/2010/main" val="162655916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504A3-29E7-6B9B-23EE-30745A466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293340CB-463E-5F5D-3AE4-43B32639B56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1662" y="2125431"/>
            <a:ext cx="8955605" cy="3549227"/>
          </a:xfrm>
        </p:spPr>
        <p:txBody>
          <a:bodyPr/>
          <a:lstStyle/>
          <a:p>
            <a:r>
              <a:rPr lang="de-DE" dirty="0">
                <a:solidFill>
                  <a:srgbClr val="000000"/>
                </a:solidFill>
              </a:rPr>
              <a:t>Erinnerst du dich an die Aufgabe Fibonacci-Folge? Wie wäre es mit einer </a:t>
            </a:r>
            <a:r>
              <a:rPr lang="de-DE" dirty="0" err="1">
                <a:solidFill>
                  <a:srgbClr val="000000"/>
                </a:solidFill>
              </a:rPr>
              <a:t>Tribonacci</a:t>
            </a:r>
            <a:r>
              <a:rPr lang="de-DE" dirty="0">
                <a:solidFill>
                  <a:srgbClr val="000000"/>
                </a:solidFill>
              </a:rPr>
              <a:t> Folge?</a:t>
            </a:r>
          </a:p>
          <a:p>
            <a:endParaRPr lang="de-DE" dirty="0"/>
          </a:p>
          <a:p>
            <a:r>
              <a:rPr lang="de-DE" dirty="0"/>
              <a:t>Bei einer </a:t>
            </a:r>
            <a:r>
              <a:rPr lang="de-DE" dirty="0" err="1"/>
              <a:t>Tribonacci</a:t>
            </a:r>
            <a:r>
              <a:rPr lang="de-DE" dirty="0"/>
              <a:t> Folge wird das nächste Element aus den drei vorherigen berechnet. </a:t>
            </a:r>
          </a:p>
          <a:p>
            <a:endParaRPr lang="de-DE" dirty="0"/>
          </a:p>
          <a:p>
            <a:r>
              <a:rPr lang="de-DE" dirty="0"/>
              <a:t>Schreibe nun eine iterative und eine rekursive Methode, die mit einem Array [0, 1, 1] startet und n-te </a:t>
            </a:r>
            <a:r>
              <a:rPr lang="de-DE" dirty="0" err="1"/>
              <a:t>Tribonacci</a:t>
            </a:r>
            <a:r>
              <a:rPr lang="de-DE" dirty="0"/>
              <a:t> Zahl zurück gibt.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>
              <a:solidFill>
                <a:srgbClr val="000000"/>
              </a:solidFill>
            </a:endParaRP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E69848AB-510C-9B97-05D9-89561C2EAE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1651" y="1365251"/>
            <a:ext cx="8955605" cy="477948"/>
          </a:xfrm>
        </p:spPr>
        <p:txBody>
          <a:bodyPr/>
          <a:lstStyle/>
          <a:p>
            <a:r>
              <a:rPr lang="de-DE" dirty="0">
                <a:solidFill>
                  <a:srgbClr val="000000"/>
                </a:solidFill>
              </a:rPr>
              <a:t>Aufgabe 1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1077E1CE-6459-1F71-515C-689509606304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503195" y="6480000"/>
            <a:ext cx="960000" cy="192000"/>
          </a:xfrm>
        </p:spPr>
        <p:txBody>
          <a:bodyPr/>
          <a:lstStyle/>
          <a:p>
            <a:fld id="{087158B1-A480-4390-8402-7A80A3BAEC4B}" type="slidenum">
              <a:rPr lang="de-DE" smtClean="0">
                <a:solidFill>
                  <a:srgbClr val="000000"/>
                </a:solidFill>
              </a:rPr>
              <a:pPr/>
              <a:t>54</a:t>
            </a:fld>
            <a:r>
              <a:rPr lang="de-DE" dirty="0"/>
              <a:t> / 57</a:t>
            </a:r>
            <a:endParaRPr lang="de-DE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177465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35A9DE-F389-D404-1019-175C13947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5BE16790-FCFE-D99D-E159-6F7105E9DEF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1662" y="2125431"/>
            <a:ext cx="8955605" cy="3549227"/>
          </a:xfrm>
        </p:spPr>
        <p:txBody>
          <a:bodyPr/>
          <a:lstStyle/>
          <a:p>
            <a:r>
              <a:rPr lang="de-DE" dirty="0" err="1">
                <a:solidFill>
                  <a:srgbClr val="000000"/>
                </a:solidFill>
              </a:rPr>
              <a:t>Bubblesort</a:t>
            </a:r>
            <a:r>
              <a:rPr lang="de-DE" dirty="0">
                <a:solidFill>
                  <a:srgbClr val="000000"/>
                </a:solidFill>
              </a:rPr>
              <a:t> ist unfassbar ineffizient. Deine Aufgabe ist es nun, </a:t>
            </a:r>
            <a:r>
              <a:rPr lang="de-DE" dirty="0" err="1">
                <a:solidFill>
                  <a:srgbClr val="000000"/>
                </a:solidFill>
              </a:rPr>
              <a:t>Bubblesort</a:t>
            </a:r>
            <a:r>
              <a:rPr lang="de-DE" dirty="0">
                <a:solidFill>
                  <a:srgbClr val="000000"/>
                </a:solidFill>
              </a:rPr>
              <a:t> minimal besser zu machen. Identifiziere dazu mindestens ein Problem von </a:t>
            </a:r>
            <a:r>
              <a:rPr lang="de-DE" dirty="0" err="1">
                <a:solidFill>
                  <a:srgbClr val="000000"/>
                </a:solidFill>
              </a:rPr>
              <a:t>Bubblesort</a:t>
            </a:r>
            <a:r>
              <a:rPr lang="de-DE" dirty="0">
                <a:solidFill>
                  <a:srgbClr val="000000"/>
                </a:solidFill>
              </a:rPr>
              <a:t>. Es kann/sollte danach die gleiche Zeitkomplexität haben.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567A21B4-24A9-39A6-3080-420931F583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1651" y="1365251"/>
            <a:ext cx="8955605" cy="477948"/>
          </a:xfrm>
        </p:spPr>
        <p:txBody>
          <a:bodyPr/>
          <a:lstStyle/>
          <a:p>
            <a:r>
              <a:rPr lang="de-DE" dirty="0">
                <a:solidFill>
                  <a:srgbClr val="000000"/>
                </a:solidFill>
              </a:rPr>
              <a:t>Aufgabe 2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B32D539C-B99D-671F-F58F-59871B7888E7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503195" y="6480000"/>
            <a:ext cx="960000" cy="192000"/>
          </a:xfrm>
        </p:spPr>
        <p:txBody>
          <a:bodyPr/>
          <a:lstStyle/>
          <a:p>
            <a:fld id="{087158B1-A480-4390-8402-7A80A3BAEC4B}" type="slidenum">
              <a:rPr lang="de-DE" smtClean="0">
                <a:solidFill>
                  <a:srgbClr val="000000"/>
                </a:solidFill>
              </a:rPr>
              <a:pPr/>
              <a:t>55</a:t>
            </a:fld>
            <a:r>
              <a:rPr lang="de-DE" dirty="0"/>
              <a:t> / 57</a:t>
            </a:r>
            <a:endParaRPr lang="de-DE" dirty="0">
              <a:solidFill>
                <a:srgbClr val="000000"/>
              </a:solidFill>
            </a:endParaRPr>
          </a:p>
        </p:txBody>
      </p:sp>
      <p:sp>
        <p:nvSpPr>
          <p:cNvPr id="4" name="Störer rot">
            <a:extLst>
              <a:ext uri="{FF2B5EF4-FFF2-40B4-BE49-F238E27FC236}">
                <a16:creationId xmlns:a16="http://schemas.microsoft.com/office/drawing/2014/main" id="{2BC5AFC6-94BA-6F3F-C754-E9D26588E700}"/>
              </a:ext>
            </a:extLst>
          </p:cNvPr>
          <p:cNvSpPr>
            <a:spLocks noChangeAspect="1"/>
          </p:cNvSpPr>
          <p:nvPr/>
        </p:nvSpPr>
        <p:spPr>
          <a:xfrm>
            <a:off x="9646023" y="771732"/>
            <a:ext cx="2142937" cy="2142933"/>
          </a:xfrm>
          <a:prstGeom prst="ellipse">
            <a:avLst/>
          </a:prstGeom>
          <a:solidFill>
            <a:srgbClr val="6BBF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de-DE" sz="1333" b="1" dirty="0"/>
              <a:t>Eine ausgedruckte Version bitte über Brieftaube abgeben</a:t>
            </a:r>
          </a:p>
        </p:txBody>
      </p:sp>
    </p:spTree>
    <p:extLst>
      <p:ext uri="{BB962C8B-B14F-4D97-AF65-F5344CB8AC3E}">
        <p14:creationId xmlns:p14="http://schemas.microsoft.com/office/powerpoint/2010/main" val="187675276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0A018-7216-33CA-09A4-1ADDD2E5A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8E2333BF-F87D-269E-C002-1E77D96A7D8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1662" y="2125431"/>
            <a:ext cx="8955605" cy="3549227"/>
          </a:xfrm>
        </p:spPr>
        <p:txBody>
          <a:bodyPr/>
          <a:lstStyle/>
          <a:p>
            <a:r>
              <a:rPr lang="de-DE" dirty="0">
                <a:solidFill>
                  <a:srgbClr val="000000"/>
                </a:solidFill>
              </a:rPr>
              <a:t>Du solltest nie in deiner Berufslaufbahn Kryptographie-Verfahren selber schreiben, sondern lieber auf bereits etablierte Systeme zurückgreifen, </a:t>
            </a:r>
            <a:r>
              <a:rPr lang="de-DE" i="1" u="sng" dirty="0">
                <a:solidFill>
                  <a:srgbClr val="000000"/>
                </a:solidFill>
              </a:rPr>
              <a:t>aber</a:t>
            </a:r>
            <a:r>
              <a:rPr lang="de-DE" dirty="0">
                <a:solidFill>
                  <a:srgbClr val="000000"/>
                </a:solidFill>
              </a:rPr>
              <a:t> um dein Verständnis von der RSA </a:t>
            </a:r>
            <a:r>
              <a:rPr lang="de-DE" dirty="0"/>
              <a:t>V</a:t>
            </a:r>
            <a:r>
              <a:rPr lang="de-DE" dirty="0">
                <a:solidFill>
                  <a:srgbClr val="000000"/>
                </a:solidFill>
              </a:rPr>
              <a:t>erschlüsselung zu stärken, sollst folgende Methoden (für kleine natürliche Zahlen) implementieren:</a:t>
            </a:r>
          </a:p>
          <a:p>
            <a:endParaRPr lang="de-DE" dirty="0"/>
          </a:p>
          <a:p>
            <a:r>
              <a:rPr lang="de-DE" dirty="0"/>
              <a:t>Zunächst errechne per Hand einen öffentlichen und einen privaten Key</a:t>
            </a:r>
          </a:p>
          <a:p>
            <a:endParaRPr lang="de-DE" dirty="0"/>
          </a:p>
          <a:p>
            <a:r>
              <a:rPr lang="de-DE" dirty="0"/>
              <a:t>Methode 1: bekommt den öffentlichen Key, verschlüsselt damit ein einzelnes Zeichen der ASCII Tabelle, und gibt dieses zurück.</a:t>
            </a:r>
          </a:p>
          <a:p>
            <a:endParaRPr lang="de-DE" dirty="0"/>
          </a:p>
          <a:p>
            <a:r>
              <a:rPr lang="de-DE" dirty="0"/>
              <a:t>Methode 2: bekommt das verschlüsselte ASCII Zeichen und den privaten Key. Damit soll das ursprüngliche ASCII Zeichen ermittelt und zurückgegeben werden.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>
              <a:solidFill>
                <a:srgbClr val="000000"/>
              </a:solidFill>
            </a:endParaRP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FB92E6F1-5BEC-929D-040F-FEA0B07A71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1651" y="1365251"/>
            <a:ext cx="8955605" cy="477948"/>
          </a:xfrm>
        </p:spPr>
        <p:txBody>
          <a:bodyPr/>
          <a:lstStyle/>
          <a:p>
            <a:r>
              <a:rPr lang="de-DE" dirty="0">
                <a:solidFill>
                  <a:srgbClr val="000000"/>
                </a:solidFill>
              </a:rPr>
              <a:t>Aufgabe 3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4A89A6BE-FE55-5A01-BF32-D01ABD28C83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503195" y="6480000"/>
            <a:ext cx="960000" cy="192000"/>
          </a:xfrm>
        </p:spPr>
        <p:txBody>
          <a:bodyPr/>
          <a:lstStyle/>
          <a:p>
            <a:fld id="{087158B1-A480-4390-8402-7A80A3BAEC4B}" type="slidenum">
              <a:rPr lang="de-DE" smtClean="0">
                <a:solidFill>
                  <a:srgbClr val="000000"/>
                </a:solidFill>
              </a:rPr>
              <a:pPr/>
              <a:t>56</a:t>
            </a:fld>
            <a:r>
              <a:rPr lang="de-DE" dirty="0">
                <a:solidFill>
                  <a:srgbClr val="000000"/>
                </a:solidFill>
              </a:rPr>
              <a:t> / 57</a:t>
            </a:r>
          </a:p>
        </p:txBody>
      </p:sp>
    </p:spTree>
    <p:extLst>
      <p:ext uri="{BB962C8B-B14F-4D97-AF65-F5344CB8AC3E}">
        <p14:creationId xmlns:p14="http://schemas.microsoft.com/office/powerpoint/2010/main" val="236404298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719796D2-DAB4-F5A7-E226-7E9A8C8558DF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8479162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532" imgH="533" progId="TCLayout.ActiveDocument.1">
                  <p:embed/>
                </p:oleObj>
              </mc:Choice>
              <mc:Fallback>
                <p:oleObj name="think-cell Folie" r:id="rId3" imgW="532" imgH="533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19796D2-DAB4-F5A7-E226-7E9A8C8558D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3609DEE9-19A7-466E-9C2B-53E78AA14B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9425" y="1341438"/>
            <a:ext cx="8977833" cy="2087561"/>
          </a:xfrm>
        </p:spPr>
        <p:txBody>
          <a:bodyPr vert="horz" rIns="0" anchor="ctr"/>
          <a:lstStyle/>
          <a:p>
            <a:r>
              <a:rPr lang="de-DE" dirty="0"/>
              <a:t>Danke, dass ihr Teil dieser Reise wart</a:t>
            </a:r>
          </a:p>
        </p:txBody>
      </p:sp>
    </p:spTree>
    <p:extLst>
      <p:ext uri="{BB962C8B-B14F-4D97-AF65-F5344CB8AC3E}">
        <p14:creationId xmlns:p14="http://schemas.microsoft.com/office/powerpoint/2010/main" val="347653226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WB PowerPoint Master">
  <a:themeElements>
    <a:clrScheme name="Benutzerdefiniert 56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E30613"/>
      </a:accent1>
      <a:accent2>
        <a:srgbClr val="D49F00"/>
      </a:accent2>
      <a:accent3>
        <a:srgbClr val="4A4A49"/>
      </a:accent3>
      <a:accent4>
        <a:srgbClr val="9C9D9D"/>
      </a:accent4>
      <a:accent5>
        <a:srgbClr val="6BBFA3"/>
      </a:accent5>
      <a:accent6>
        <a:srgbClr val="007269"/>
      </a:accent6>
      <a:hlink>
        <a:srgbClr val="000000"/>
      </a:hlink>
      <a:folHlink>
        <a:srgbClr val="000000"/>
      </a:folHlink>
    </a:clrScheme>
    <a:fontScheme name="SWB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 marL="180000" indent="-180000" algn="l">
          <a:spcAft>
            <a:spcPts val="800"/>
          </a:spcAft>
          <a:buClr>
            <a:schemeClr val="accent1"/>
          </a:buClr>
          <a:buFont typeface="Verdana" panose="020B0604030504040204" pitchFamily="34" charset="0"/>
          <a:buChar char="•"/>
          <a:defRPr sz="1600" dirty="0" err="1"/>
        </a:defPPr>
      </a:lstStyle>
    </a:txDef>
  </a:objectDefaults>
  <a:extraClrSchemeLst/>
  <a:custClrLst>
    <a:custClr>
      <a:srgbClr val="E30613"/>
    </a:custClr>
    <a:custClr>
      <a:srgbClr val="E66000"/>
    </a:custClr>
    <a:custClr>
      <a:srgbClr val="D49F00"/>
    </a:custClr>
    <a:custClr>
      <a:srgbClr val="4A4A49"/>
    </a:custClr>
    <a:custClr>
      <a:srgbClr val="9C9D9D"/>
    </a:custClr>
    <a:custClr>
      <a:srgbClr val="6BBFA3"/>
    </a:custClr>
    <a:custClr>
      <a:srgbClr val="00A089"/>
    </a:custClr>
    <a:custClr>
      <a:srgbClr val="007269"/>
    </a:custClr>
    <a:custClr>
      <a:srgbClr val="7EAED6"/>
    </a:custClr>
    <a:custClr>
      <a:srgbClr val="000000"/>
    </a:custClr>
    <a:custClr>
      <a:srgbClr val="E30613"/>
    </a:custClr>
    <a:custClr>
      <a:srgbClr val="EE954C"/>
    </a:custClr>
    <a:custClr>
      <a:srgbClr val="E8B640"/>
    </a:custClr>
    <a:custClr>
      <a:srgbClr val="777776"/>
    </a:custClr>
    <a:custClr>
      <a:srgbClr val="B6B6B5"/>
    </a:custClr>
    <a:custClr>
      <a:srgbClr val="8FCFB9"/>
    </a:custClr>
    <a:custClr>
      <a:srgbClr val="55B8A7"/>
    </a:custClr>
    <a:custClr>
      <a:srgbClr val="40958F"/>
    </a:custClr>
    <a:custClr>
      <a:srgbClr val="9EC2E0"/>
    </a:custClr>
    <a:custClr>
      <a:srgbClr val="000000"/>
    </a:custClr>
    <a:custClr>
      <a:srgbClr val="E30613"/>
    </a:custClr>
    <a:custClr>
      <a:srgbClr val="F6CA99"/>
    </a:custClr>
    <a:custClr>
      <a:srgbClr val="E9CE7F"/>
    </a:custClr>
    <a:custClr>
      <a:srgbClr val="A4A4A3"/>
    </a:custClr>
    <a:custClr>
      <a:srgbClr val="CECECD"/>
    </a:custClr>
    <a:custClr>
      <a:srgbClr val="B4DFD0"/>
    </a:custClr>
    <a:custClr>
      <a:srgbClr val="8DCFC4"/>
    </a:custClr>
    <a:custClr>
      <a:srgbClr val="7FB8B4"/>
    </a:custClr>
    <a:custClr>
      <a:srgbClr val="BED6EA"/>
    </a:custClr>
    <a:custClr>
      <a:srgbClr val="000000"/>
    </a:custClr>
    <a:custClr>
      <a:srgbClr val="E30613"/>
    </a:custClr>
    <a:custClr>
      <a:srgbClr val="FBE4CC"/>
    </a:custClr>
    <a:custClr>
      <a:srgbClr val="F4E7BF"/>
    </a:custClr>
    <a:custClr>
      <a:srgbClr val="D1D1D1"/>
    </a:custClr>
    <a:custClr>
      <a:srgbClr val="E6E6E6"/>
    </a:custClr>
    <a:custClr>
      <a:srgbClr val="DAEFE8"/>
    </a:custClr>
    <a:custClr>
      <a:srgbClr val="C6E7E1"/>
    </a:custClr>
    <a:custClr>
      <a:srgbClr val="BFDCD9"/>
    </a:custClr>
    <a:custClr>
      <a:srgbClr val="DFEBF5"/>
    </a:custClr>
    <a:custClr>
      <a:srgbClr val="000000"/>
    </a:custClr>
  </a:custClrLst>
  <a:extLst>
    <a:ext uri="{05A4C25C-085E-4340-85A3-A5531E510DB2}">
      <thm15:themeFamily xmlns:thm15="http://schemas.microsoft.com/office/thememl/2012/main" name="swb PPT-Master_2025_Korr.potx  -  Kompatibilitätsmodus" id="{80349AEF-9E17-4C74-9E25-0EAB0F3BED24}" vid="{192FFDA5-8F2E-4E9A-9F7B-017349306774}"/>
    </a:ext>
  </a:extLst>
</a:theme>
</file>

<file path=ppt/theme/theme2.xml><?xml version="1.0" encoding="utf-8"?>
<a:theme xmlns:a="http://schemas.openxmlformats.org/drawingml/2006/main" name="Office">
  <a:themeElements>
    <a:clrScheme name="SWB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E30613"/>
      </a:accent1>
      <a:accent2>
        <a:srgbClr val="D49F00"/>
      </a:accent2>
      <a:accent3>
        <a:srgbClr val="4A4A49"/>
      </a:accent3>
      <a:accent4>
        <a:srgbClr val="9C9D9D"/>
      </a:accent4>
      <a:accent5>
        <a:srgbClr val="6ABFA2"/>
      </a:accent5>
      <a:accent6>
        <a:srgbClr val="007269"/>
      </a:accent6>
      <a:hlink>
        <a:srgbClr val="000000"/>
      </a:hlink>
      <a:folHlink>
        <a:srgbClr val="000000"/>
      </a:folHlink>
    </a:clrScheme>
    <a:fontScheme name="Benutzerdefiniert 52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SWB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E30613"/>
      </a:accent1>
      <a:accent2>
        <a:srgbClr val="D49F00"/>
      </a:accent2>
      <a:accent3>
        <a:srgbClr val="4A4A49"/>
      </a:accent3>
      <a:accent4>
        <a:srgbClr val="9C9D9D"/>
      </a:accent4>
      <a:accent5>
        <a:srgbClr val="6ABFA2"/>
      </a:accent5>
      <a:accent6>
        <a:srgbClr val="007269"/>
      </a:accent6>
      <a:hlink>
        <a:srgbClr val="000000"/>
      </a:hlink>
      <a:folHlink>
        <a:srgbClr val="000000"/>
      </a:folHlink>
    </a:clrScheme>
    <a:fontScheme name="Benutzerdefiniert 53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6D002FDE7163574DB40222E8981F3698" ma:contentTypeVersion="5" ma:contentTypeDescription="Ein neues Dokument erstellen." ma:contentTypeScope="" ma:versionID="2edde0d93576e5927b241fa7c2f72a42">
  <xsd:schema xmlns:xsd="http://www.w3.org/2001/XMLSchema" xmlns:xs="http://www.w3.org/2001/XMLSchema" xmlns:p="http://schemas.microsoft.com/office/2006/metadata/properties" xmlns:ns2="b58a100f-d82e-42bd-9463-97b1040303a1" targetNamespace="http://schemas.microsoft.com/office/2006/metadata/properties" ma:root="true" ma:fieldsID="20660e5945343c88d38fb64c211d8d2e" ns2:_="">
    <xsd:import namespace="b58a100f-d82e-42bd-9463-97b1040303a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Status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58a100f-d82e-42bd-9463-97b1040303a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Status" ma:index="10" ma:displayName="Status" ma:format="Dropdown" ma:internalName="Status">
      <xsd:simpleType>
        <xsd:restriction base="dms:Choice">
          <xsd:enumeration value="In Bearbeitung"/>
          <xsd:enumeration value="Veröffentlicht"/>
          <xsd:enumeration value="Neu verteilen"/>
          <xsd:enumeration value="Löschen"/>
        </xsd:restriction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b58a100f-d82e-42bd-9463-97b1040303a1">Neu verteilen</Status>
  </documentManagement>
</p:properties>
</file>

<file path=customXml/itemProps1.xml><?xml version="1.0" encoding="utf-8"?>
<ds:datastoreItem xmlns:ds="http://schemas.openxmlformats.org/officeDocument/2006/customXml" ds:itemID="{BB3F971A-6B06-48BD-85FD-6BA426F4640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58a100f-d82e-42bd-9463-97b1040303a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67FB75D-F70B-4660-AB7E-C20E7B16A13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2077F53-92EE-4857-AAC1-BA1FF4BD2AFD}">
  <ds:schemaRefs>
    <ds:schemaRef ds:uri="http://schemas.microsoft.com/office/2006/metadata/properties"/>
    <ds:schemaRef ds:uri="http://schemas.microsoft.com/office/infopath/2007/PartnerControls"/>
    <ds:schemaRef ds:uri="b58a100f-d82e-42bd-9463-97b1040303a1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Vorlage swb PPT-Master_12-2025</Template>
  <TotalTime>0</TotalTime>
  <Words>2176</Words>
  <Application>Microsoft Office PowerPoint</Application>
  <PresentationFormat>Breitbild</PresentationFormat>
  <Paragraphs>413</Paragraphs>
  <Slides>57</Slides>
  <Notes>0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57</vt:i4>
      </vt:variant>
    </vt:vector>
  </HeadingPairs>
  <TitlesOfParts>
    <vt:vector size="62" baseType="lpstr">
      <vt:lpstr>Arial</vt:lpstr>
      <vt:lpstr>Consolas</vt:lpstr>
      <vt:lpstr>Verdana</vt:lpstr>
      <vt:lpstr>SWB PowerPoint Master</vt:lpstr>
      <vt:lpstr>think-cell Folie</vt:lpstr>
      <vt:lpstr>Spaß mit Algorithmen</vt:lpstr>
      <vt:lpstr>Agenda</vt:lpstr>
      <vt:lpstr>1. Allgemeines zu Algorithmen</vt:lpstr>
      <vt:lpstr>1.1 Was ist ein Algorithmus</vt:lpstr>
      <vt:lpstr>1.2 Eigenschafen von Algorithmen</vt:lpstr>
      <vt:lpstr>1.2 Eigenschafen von Algorithmen</vt:lpstr>
      <vt:lpstr>1.2 Eigenschafen von Algorithmen</vt:lpstr>
      <vt:lpstr>1.3 Iterative Algorithmen</vt:lpstr>
      <vt:lpstr>1.4 Rekursive Algorithmen</vt:lpstr>
      <vt:lpstr>1.4 Rekursive Algorithmen</vt:lpstr>
      <vt:lpstr>PowerPoint-Präsentation</vt:lpstr>
      <vt:lpstr>POPQUIZ!!!</vt:lpstr>
      <vt:lpstr>Vor- und Nachteile von Rekursion</vt:lpstr>
      <vt:lpstr>POPQUIZ!!!</vt:lpstr>
      <vt:lpstr>Vor- und Nachteile von Iteration</vt:lpstr>
      <vt:lpstr>2. O-Notation</vt:lpstr>
      <vt:lpstr>2 O-Notation</vt:lpstr>
      <vt:lpstr>2.1 polynomielle Algorithmen</vt:lpstr>
      <vt:lpstr>2.2 P-NP Problem</vt:lpstr>
      <vt:lpstr>3. Listen Sortieren</vt:lpstr>
      <vt:lpstr>3.1 Bubblesort</vt:lpstr>
      <vt:lpstr>3.2 Quicksort</vt:lpstr>
      <vt:lpstr>PowerPoint-Präsentation</vt:lpstr>
      <vt:lpstr>4. CPU vs gpu</vt:lpstr>
      <vt:lpstr>4.1 CPU: Von Neumann Architektur</vt:lpstr>
      <vt:lpstr>4.2 Unterschiede zwischen CPU und GPU</vt:lpstr>
      <vt:lpstr>5. Matrizen Rechnung</vt:lpstr>
      <vt:lpstr>5.1 Was sind Matrizen</vt:lpstr>
      <vt:lpstr>5.2 Matrizen Multiplikation</vt:lpstr>
      <vt:lpstr>5.2 Matrizen Multiplikation</vt:lpstr>
      <vt:lpstr>5.3 Anwendungsbeispiel Transformation</vt:lpstr>
      <vt:lpstr>verschieben</vt:lpstr>
      <vt:lpstr>Rotation um die z-Achse</vt:lpstr>
      <vt:lpstr>Rotation um die x-Achse</vt:lpstr>
      <vt:lpstr>Skalierung</vt:lpstr>
      <vt:lpstr>5.3 Anwendungsbeispiel Transformation</vt:lpstr>
      <vt:lpstr>5.4 Anwendungsbeispiel Maschinelles lernen</vt:lpstr>
      <vt:lpstr>6. Verschlüsselung</vt:lpstr>
      <vt:lpstr>6.1 Caeser Verschlüsselung</vt:lpstr>
      <vt:lpstr>6.1 Caeser Verschlüsselung</vt:lpstr>
      <vt:lpstr>7. Public-Key-Verschlüsselungsverfahren</vt:lpstr>
      <vt:lpstr>7. Public-Key-Verschlüsselungsverfahren</vt:lpstr>
      <vt:lpstr>7.1 RSA Verschlüsselung</vt:lpstr>
      <vt:lpstr>7.1.1 Einwegfunktionen</vt:lpstr>
      <vt:lpstr>7.1.2 Einwegfunktionen mit Falltür</vt:lpstr>
      <vt:lpstr>7.1.2 Bijektivität</vt:lpstr>
      <vt:lpstr>7.2 Beispiel für RSA Verschlüsselung</vt:lpstr>
      <vt:lpstr>7.3 Beispiel für RSA Schlüsselgenerierung</vt:lpstr>
      <vt:lpstr>7.3 Beispiel für RSA Schlüsselgenerierung</vt:lpstr>
      <vt:lpstr>7.3 Beispiel für RSA Schlüsselgenerierung</vt:lpstr>
      <vt:lpstr>7.3 Beispiel für RSA Schlüsselgenerierung</vt:lpstr>
      <vt:lpstr>Kapitelfolie, Verdana 24pt</vt:lpstr>
      <vt:lpstr>8. Aufgaben</vt:lpstr>
      <vt:lpstr>Aufgabe 1</vt:lpstr>
      <vt:lpstr>Aufgabe 2</vt:lpstr>
      <vt:lpstr>Aufgabe 3</vt:lpstr>
      <vt:lpstr>Danke, dass ihr Teil dieser Reise wart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Brüntrup, Luna Nox Fea</dc:creator>
  <cp:lastModifiedBy>Brüntrup, Luna Nox Fea</cp:lastModifiedBy>
  <cp:revision>1</cp:revision>
  <dcterms:created xsi:type="dcterms:W3CDTF">2026-01-05T12:43:12Z</dcterms:created>
  <dcterms:modified xsi:type="dcterms:W3CDTF">2026-01-06T02:39:33Z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0x0101006D002FDE7163574DB40222E8981F3698</vt:lpwstr>
  </property>
</Properties>
</file>